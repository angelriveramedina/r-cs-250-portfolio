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6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7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11"/>
  </p:notesMasterIdLst>
  <p:sldIdLst>
    <p:sldId id="26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A52EB9-7A46-487C-9FDD-18B6805B4D6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EB9BEE6-5ADF-4E0C-95F6-81979C59605C}">
      <dgm:prSet/>
      <dgm:spPr/>
      <dgm:t>
        <a:bodyPr/>
        <a:lstStyle/>
        <a:p>
          <a:r>
            <a:rPr lang="en-US"/>
            <a:t>Final project review for ChadaTech leadership</a:t>
          </a:r>
        </a:p>
      </dgm:t>
    </dgm:pt>
    <dgm:pt modelId="{0FE95829-CDFE-4FD9-8C72-CB3780001F21}" type="parTrans" cxnId="{DAECCB81-4B92-4FEB-BB65-2BA63098290B}">
      <dgm:prSet/>
      <dgm:spPr/>
      <dgm:t>
        <a:bodyPr/>
        <a:lstStyle/>
        <a:p>
          <a:endParaRPr lang="en-US"/>
        </a:p>
      </dgm:t>
    </dgm:pt>
    <dgm:pt modelId="{154E75E6-07F4-40AD-8F19-124D84C355AE}" type="sibTrans" cxnId="{DAECCB81-4B92-4FEB-BB65-2BA63098290B}">
      <dgm:prSet/>
      <dgm:spPr/>
      <dgm:t>
        <a:bodyPr/>
        <a:lstStyle/>
        <a:p>
          <a:endParaRPr lang="en-US"/>
        </a:p>
      </dgm:t>
    </dgm:pt>
    <dgm:pt modelId="{4B989484-796B-493C-A283-2EAE665876EE}">
      <dgm:prSet/>
      <dgm:spPr/>
      <dgm:t>
        <a:bodyPr/>
        <a:lstStyle/>
        <a:p>
          <a:r>
            <a:rPr lang="en-US"/>
            <a:t>Goal: evaluate Scrum and compare it with Waterfall</a:t>
          </a:r>
        </a:p>
      </dgm:t>
    </dgm:pt>
    <dgm:pt modelId="{81101DA6-4B59-4172-82B3-43F12951BF74}" type="parTrans" cxnId="{5DE718EF-356E-4175-80B7-8FBB21E19303}">
      <dgm:prSet/>
      <dgm:spPr/>
      <dgm:t>
        <a:bodyPr/>
        <a:lstStyle/>
        <a:p>
          <a:endParaRPr lang="en-US"/>
        </a:p>
      </dgm:t>
    </dgm:pt>
    <dgm:pt modelId="{D107BAC5-26EE-4981-A10D-CDCD7BBAEC8D}" type="sibTrans" cxnId="{5DE718EF-356E-4175-80B7-8FBB21E19303}">
      <dgm:prSet/>
      <dgm:spPr/>
      <dgm:t>
        <a:bodyPr/>
        <a:lstStyle/>
        <a:p>
          <a:endParaRPr lang="en-US"/>
        </a:p>
      </dgm:t>
    </dgm:pt>
    <dgm:pt modelId="{C4CBAA9F-BC4F-4E77-8560-71FF011D0C4C}">
      <dgm:prSet/>
      <dgm:spPr/>
      <dgm:t>
        <a:bodyPr/>
        <a:lstStyle/>
        <a:p>
          <a:r>
            <a:rPr lang="en-US"/>
            <a:t>Project context: a travel application developed through course artifacts and role-based assignments</a:t>
          </a:r>
        </a:p>
      </dgm:t>
    </dgm:pt>
    <dgm:pt modelId="{19B7DACC-EB1B-403A-BDDB-00A8083F2C70}" type="parTrans" cxnId="{585C4A3B-E94E-4F07-A3B5-11E101797E2B}">
      <dgm:prSet/>
      <dgm:spPr/>
      <dgm:t>
        <a:bodyPr/>
        <a:lstStyle/>
        <a:p>
          <a:endParaRPr lang="en-US"/>
        </a:p>
      </dgm:t>
    </dgm:pt>
    <dgm:pt modelId="{CB0CE890-FDC0-4046-A4C6-F283E116FB1C}" type="sibTrans" cxnId="{585C4A3B-E94E-4F07-A3B5-11E101797E2B}">
      <dgm:prSet/>
      <dgm:spPr/>
      <dgm:t>
        <a:bodyPr/>
        <a:lstStyle/>
        <a:p>
          <a:endParaRPr lang="en-US"/>
        </a:p>
      </dgm:t>
    </dgm:pt>
    <dgm:pt modelId="{94C273CF-4DDA-4D76-A6C8-94028DE4FD79}" type="pres">
      <dgm:prSet presAssocID="{0FA52EB9-7A46-487C-9FDD-18B6805B4D66}" presName="root" presStyleCnt="0">
        <dgm:presLayoutVars>
          <dgm:dir/>
          <dgm:resizeHandles val="exact"/>
        </dgm:presLayoutVars>
      </dgm:prSet>
      <dgm:spPr/>
    </dgm:pt>
    <dgm:pt modelId="{8D232EAE-5A12-4740-8456-C23DA90BC73C}" type="pres">
      <dgm:prSet presAssocID="{CEB9BEE6-5ADF-4E0C-95F6-81979C59605C}" presName="compNode" presStyleCnt="0"/>
      <dgm:spPr/>
    </dgm:pt>
    <dgm:pt modelId="{9AF67796-C095-4034-BB00-CCF1EAA5CEA9}" type="pres">
      <dgm:prSet presAssocID="{CEB9BEE6-5ADF-4E0C-95F6-81979C59605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60251EC1-7C43-466D-9A03-151D42FD5D3A}" type="pres">
      <dgm:prSet presAssocID="{CEB9BEE6-5ADF-4E0C-95F6-81979C59605C}" presName="spaceRect" presStyleCnt="0"/>
      <dgm:spPr/>
    </dgm:pt>
    <dgm:pt modelId="{07993DCC-2534-4D1B-9E72-DC9B07B14D1D}" type="pres">
      <dgm:prSet presAssocID="{CEB9BEE6-5ADF-4E0C-95F6-81979C59605C}" presName="textRect" presStyleLbl="revTx" presStyleIdx="0" presStyleCnt="3">
        <dgm:presLayoutVars>
          <dgm:chMax val="1"/>
          <dgm:chPref val="1"/>
        </dgm:presLayoutVars>
      </dgm:prSet>
      <dgm:spPr/>
    </dgm:pt>
    <dgm:pt modelId="{3B7AF468-1725-43C0-B600-99FF8A1A30EA}" type="pres">
      <dgm:prSet presAssocID="{154E75E6-07F4-40AD-8F19-124D84C355AE}" presName="sibTrans" presStyleCnt="0"/>
      <dgm:spPr/>
    </dgm:pt>
    <dgm:pt modelId="{9BC8B7F8-8679-4952-A37E-1DE241792C4D}" type="pres">
      <dgm:prSet presAssocID="{4B989484-796B-493C-A283-2EAE665876EE}" presName="compNode" presStyleCnt="0"/>
      <dgm:spPr/>
    </dgm:pt>
    <dgm:pt modelId="{05460463-442F-42D1-A214-C6B000FCE561}" type="pres">
      <dgm:prSet presAssocID="{4B989484-796B-493C-A283-2EAE665876E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65C31C07-CD15-41F9-B967-777F49F84F21}" type="pres">
      <dgm:prSet presAssocID="{4B989484-796B-493C-A283-2EAE665876EE}" presName="spaceRect" presStyleCnt="0"/>
      <dgm:spPr/>
    </dgm:pt>
    <dgm:pt modelId="{18E895AF-CC78-4A75-8B1D-F59BA424B7AC}" type="pres">
      <dgm:prSet presAssocID="{4B989484-796B-493C-A283-2EAE665876EE}" presName="textRect" presStyleLbl="revTx" presStyleIdx="1" presStyleCnt="3">
        <dgm:presLayoutVars>
          <dgm:chMax val="1"/>
          <dgm:chPref val="1"/>
        </dgm:presLayoutVars>
      </dgm:prSet>
      <dgm:spPr/>
    </dgm:pt>
    <dgm:pt modelId="{F3361928-2D48-4C0C-ABEB-127EFF28486B}" type="pres">
      <dgm:prSet presAssocID="{D107BAC5-26EE-4981-A10D-CDCD7BBAEC8D}" presName="sibTrans" presStyleCnt="0"/>
      <dgm:spPr/>
    </dgm:pt>
    <dgm:pt modelId="{9D817DE6-2604-456B-9B07-DCAFAACDD698}" type="pres">
      <dgm:prSet presAssocID="{C4CBAA9F-BC4F-4E77-8560-71FF011D0C4C}" presName="compNode" presStyleCnt="0"/>
      <dgm:spPr/>
    </dgm:pt>
    <dgm:pt modelId="{C1D3B2B0-4973-44BE-9B17-C8EFFDDA794B}" type="pres">
      <dgm:prSet presAssocID="{C4CBAA9F-BC4F-4E77-8560-71FF011D0C4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2E7CB979-1F5B-42E0-8AFF-8DD9D4CAA270}" type="pres">
      <dgm:prSet presAssocID="{C4CBAA9F-BC4F-4E77-8560-71FF011D0C4C}" presName="spaceRect" presStyleCnt="0"/>
      <dgm:spPr/>
    </dgm:pt>
    <dgm:pt modelId="{C777E628-A27F-4151-B1E9-8ECF3C976E77}" type="pres">
      <dgm:prSet presAssocID="{C4CBAA9F-BC4F-4E77-8560-71FF011D0C4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5C4A3B-E94E-4F07-A3B5-11E101797E2B}" srcId="{0FA52EB9-7A46-487C-9FDD-18B6805B4D66}" destId="{C4CBAA9F-BC4F-4E77-8560-71FF011D0C4C}" srcOrd="2" destOrd="0" parTransId="{19B7DACC-EB1B-403A-BDDB-00A8083F2C70}" sibTransId="{CB0CE890-FDC0-4046-A4C6-F283E116FB1C}"/>
    <dgm:cxn modelId="{DAECCB81-4B92-4FEB-BB65-2BA63098290B}" srcId="{0FA52EB9-7A46-487C-9FDD-18B6805B4D66}" destId="{CEB9BEE6-5ADF-4E0C-95F6-81979C59605C}" srcOrd="0" destOrd="0" parTransId="{0FE95829-CDFE-4FD9-8C72-CB3780001F21}" sibTransId="{154E75E6-07F4-40AD-8F19-124D84C355AE}"/>
    <dgm:cxn modelId="{F313AAC1-905F-45C8-B74A-2B641D1CA23C}" type="presOf" srcId="{4B989484-796B-493C-A283-2EAE665876EE}" destId="{18E895AF-CC78-4A75-8B1D-F59BA424B7AC}" srcOrd="0" destOrd="0" presId="urn:microsoft.com/office/officeart/2018/2/layout/IconLabelList"/>
    <dgm:cxn modelId="{601703C2-6319-446E-BE98-CC8AC1F36207}" type="presOf" srcId="{0FA52EB9-7A46-487C-9FDD-18B6805B4D66}" destId="{94C273CF-4DDA-4D76-A6C8-94028DE4FD79}" srcOrd="0" destOrd="0" presId="urn:microsoft.com/office/officeart/2018/2/layout/IconLabelList"/>
    <dgm:cxn modelId="{129168CC-1A61-4CE1-A627-D22C669A9152}" type="presOf" srcId="{C4CBAA9F-BC4F-4E77-8560-71FF011D0C4C}" destId="{C777E628-A27F-4151-B1E9-8ECF3C976E77}" srcOrd="0" destOrd="0" presId="urn:microsoft.com/office/officeart/2018/2/layout/IconLabelList"/>
    <dgm:cxn modelId="{396F22E8-F108-4897-89A4-8CA6C3EF8846}" type="presOf" srcId="{CEB9BEE6-5ADF-4E0C-95F6-81979C59605C}" destId="{07993DCC-2534-4D1B-9E72-DC9B07B14D1D}" srcOrd="0" destOrd="0" presId="urn:microsoft.com/office/officeart/2018/2/layout/IconLabelList"/>
    <dgm:cxn modelId="{5DE718EF-356E-4175-80B7-8FBB21E19303}" srcId="{0FA52EB9-7A46-487C-9FDD-18B6805B4D66}" destId="{4B989484-796B-493C-A283-2EAE665876EE}" srcOrd="1" destOrd="0" parTransId="{81101DA6-4B59-4172-82B3-43F12951BF74}" sibTransId="{D107BAC5-26EE-4981-A10D-CDCD7BBAEC8D}"/>
    <dgm:cxn modelId="{2B5A7E86-2EC5-496B-8416-C8283A729954}" type="presParOf" srcId="{94C273CF-4DDA-4D76-A6C8-94028DE4FD79}" destId="{8D232EAE-5A12-4740-8456-C23DA90BC73C}" srcOrd="0" destOrd="0" presId="urn:microsoft.com/office/officeart/2018/2/layout/IconLabelList"/>
    <dgm:cxn modelId="{F7B2985B-AEAA-44C0-972E-BE098A03DEE4}" type="presParOf" srcId="{8D232EAE-5A12-4740-8456-C23DA90BC73C}" destId="{9AF67796-C095-4034-BB00-CCF1EAA5CEA9}" srcOrd="0" destOrd="0" presId="urn:microsoft.com/office/officeart/2018/2/layout/IconLabelList"/>
    <dgm:cxn modelId="{3257B317-E181-4C6B-B50F-07BDCB8A8306}" type="presParOf" srcId="{8D232EAE-5A12-4740-8456-C23DA90BC73C}" destId="{60251EC1-7C43-466D-9A03-151D42FD5D3A}" srcOrd="1" destOrd="0" presId="urn:microsoft.com/office/officeart/2018/2/layout/IconLabelList"/>
    <dgm:cxn modelId="{37EF3019-0176-438D-A47A-804A80A8912A}" type="presParOf" srcId="{8D232EAE-5A12-4740-8456-C23DA90BC73C}" destId="{07993DCC-2534-4D1B-9E72-DC9B07B14D1D}" srcOrd="2" destOrd="0" presId="urn:microsoft.com/office/officeart/2018/2/layout/IconLabelList"/>
    <dgm:cxn modelId="{D25EB670-E3FE-486D-8FA7-541CCB01AC9D}" type="presParOf" srcId="{94C273CF-4DDA-4D76-A6C8-94028DE4FD79}" destId="{3B7AF468-1725-43C0-B600-99FF8A1A30EA}" srcOrd="1" destOrd="0" presId="urn:microsoft.com/office/officeart/2018/2/layout/IconLabelList"/>
    <dgm:cxn modelId="{582F61BB-875A-4C3E-8AA7-9504A7A146CE}" type="presParOf" srcId="{94C273CF-4DDA-4D76-A6C8-94028DE4FD79}" destId="{9BC8B7F8-8679-4952-A37E-1DE241792C4D}" srcOrd="2" destOrd="0" presId="urn:microsoft.com/office/officeart/2018/2/layout/IconLabelList"/>
    <dgm:cxn modelId="{2BD02F3E-F0BF-4DAC-930D-EFAF158156F7}" type="presParOf" srcId="{9BC8B7F8-8679-4952-A37E-1DE241792C4D}" destId="{05460463-442F-42D1-A214-C6B000FCE561}" srcOrd="0" destOrd="0" presId="urn:microsoft.com/office/officeart/2018/2/layout/IconLabelList"/>
    <dgm:cxn modelId="{E5ED7F63-2F4A-45E5-A2E3-52E96A9DEFDC}" type="presParOf" srcId="{9BC8B7F8-8679-4952-A37E-1DE241792C4D}" destId="{65C31C07-CD15-41F9-B967-777F49F84F21}" srcOrd="1" destOrd="0" presId="urn:microsoft.com/office/officeart/2018/2/layout/IconLabelList"/>
    <dgm:cxn modelId="{A0FED81F-E377-41B0-ADBD-D30AD3150F16}" type="presParOf" srcId="{9BC8B7F8-8679-4952-A37E-1DE241792C4D}" destId="{18E895AF-CC78-4A75-8B1D-F59BA424B7AC}" srcOrd="2" destOrd="0" presId="urn:microsoft.com/office/officeart/2018/2/layout/IconLabelList"/>
    <dgm:cxn modelId="{C695B30A-64E5-4E66-922C-8602039C7D63}" type="presParOf" srcId="{94C273CF-4DDA-4D76-A6C8-94028DE4FD79}" destId="{F3361928-2D48-4C0C-ABEB-127EFF28486B}" srcOrd="3" destOrd="0" presId="urn:microsoft.com/office/officeart/2018/2/layout/IconLabelList"/>
    <dgm:cxn modelId="{D3AC7EC8-539A-4BFE-A8FB-3F01949F5C1C}" type="presParOf" srcId="{94C273CF-4DDA-4D76-A6C8-94028DE4FD79}" destId="{9D817DE6-2604-456B-9B07-DCAFAACDD698}" srcOrd="4" destOrd="0" presId="urn:microsoft.com/office/officeart/2018/2/layout/IconLabelList"/>
    <dgm:cxn modelId="{27CE60BB-7D40-4E4F-AD72-761BD7B07D72}" type="presParOf" srcId="{9D817DE6-2604-456B-9B07-DCAFAACDD698}" destId="{C1D3B2B0-4973-44BE-9B17-C8EFFDDA794B}" srcOrd="0" destOrd="0" presId="urn:microsoft.com/office/officeart/2018/2/layout/IconLabelList"/>
    <dgm:cxn modelId="{DA12EA0C-14B0-43E7-9641-DF65CF399808}" type="presParOf" srcId="{9D817DE6-2604-456B-9B07-DCAFAACDD698}" destId="{2E7CB979-1F5B-42E0-8AFF-8DD9D4CAA270}" srcOrd="1" destOrd="0" presId="urn:microsoft.com/office/officeart/2018/2/layout/IconLabelList"/>
    <dgm:cxn modelId="{1C7A7698-21EF-4CE4-AE71-A6D52D05012D}" type="presParOf" srcId="{9D817DE6-2604-456B-9B07-DCAFAACDD698}" destId="{C777E628-A27F-4151-B1E9-8ECF3C976E7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07998E5-5EC7-42D7-A66A-28BA31C93AD3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0A42E1-9833-4F9D-9115-F3A27B91EE55}">
      <dgm:prSet/>
      <dgm:spPr/>
      <dgm:t>
        <a:bodyPr/>
        <a:lstStyle/>
        <a:p>
          <a:r>
            <a:rPr lang="en-US"/>
            <a:t>Agile delivers work in small increments and adapts to feedback.</a:t>
          </a:r>
        </a:p>
      </dgm:t>
    </dgm:pt>
    <dgm:pt modelId="{1FA8C811-68BF-4681-B851-7B529CDA708B}" type="parTrans" cxnId="{7449B910-D81C-4011-BA6F-60F063991B07}">
      <dgm:prSet/>
      <dgm:spPr/>
      <dgm:t>
        <a:bodyPr/>
        <a:lstStyle/>
        <a:p>
          <a:endParaRPr lang="en-US"/>
        </a:p>
      </dgm:t>
    </dgm:pt>
    <dgm:pt modelId="{953A2758-9F9B-4405-919D-F2ABF6C88291}" type="sibTrans" cxnId="{7449B910-D81C-4011-BA6F-60F063991B07}">
      <dgm:prSet/>
      <dgm:spPr/>
      <dgm:t>
        <a:bodyPr/>
        <a:lstStyle/>
        <a:p>
          <a:endParaRPr lang="en-US"/>
        </a:p>
      </dgm:t>
    </dgm:pt>
    <dgm:pt modelId="{4762984D-053E-416E-A7C8-FEC99BF5DE70}">
      <dgm:prSet/>
      <dgm:spPr/>
      <dgm:t>
        <a:bodyPr/>
        <a:lstStyle/>
        <a:p>
          <a:r>
            <a:rPr lang="en-US"/>
            <a:t>Scrum organizes work into time-boxed Sprints.</a:t>
          </a:r>
        </a:p>
      </dgm:t>
    </dgm:pt>
    <dgm:pt modelId="{0174F449-9744-44A2-9C7A-45FFBA216466}" type="parTrans" cxnId="{FEB3091A-2BE2-4895-BBCD-0B6E4543F422}">
      <dgm:prSet/>
      <dgm:spPr/>
      <dgm:t>
        <a:bodyPr/>
        <a:lstStyle/>
        <a:p>
          <a:endParaRPr lang="en-US"/>
        </a:p>
      </dgm:t>
    </dgm:pt>
    <dgm:pt modelId="{C0EA76E8-6D3A-48DD-96CC-7C637FBAF2C8}" type="sibTrans" cxnId="{FEB3091A-2BE2-4895-BBCD-0B6E4543F422}">
      <dgm:prSet/>
      <dgm:spPr/>
      <dgm:t>
        <a:bodyPr/>
        <a:lstStyle/>
        <a:p>
          <a:endParaRPr lang="en-US"/>
        </a:p>
      </dgm:t>
    </dgm:pt>
    <dgm:pt modelId="{BFC46751-AD42-4D54-96C7-C7E496C2B420}">
      <dgm:prSet/>
      <dgm:spPr/>
      <dgm:t>
        <a:bodyPr/>
        <a:lstStyle/>
        <a:p>
          <a:r>
            <a:rPr lang="en-US"/>
            <a:t>Transparency, inspection, and adaptation help teams learn and adjust.</a:t>
          </a:r>
        </a:p>
      </dgm:t>
    </dgm:pt>
    <dgm:pt modelId="{0F641057-E6F8-4F77-9F7D-7F1C11A03677}" type="parTrans" cxnId="{C0651C41-5A02-44B6-9E0E-894406005196}">
      <dgm:prSet/>
      <dgm:spPr/>
      <dgm:t>
        <a:bodyPr/>
        <a:lstStyle/>
        <a:p>
          <a:endParaRPr lang="en-US"/>
        </a:p>
      </dgm:t>
    </dgm:pt>
    <dgm:pt modelId="{3D508510-F049-4AF6-A862-7B18620A2801}" type="sibTrans" cxnId="{C0651C41-5A02-44B6-9E0E-894406005196}">
      <dgm:prSet/>
      <dgm:spPr/>
      <dgm:t>
        <a:bodyPr/>
        <a:lstStyle/>
        <a:p>
          <a:endParaRPr lang="en-US"/>
        </a:p>
      </dgm:t>
    </dgm:pt>
    <dgm:pt modelId="{396FD6FF-65F9-4EBD-AFA1-6B3AD948C519}">
      <dgm:prSet/>
      <dgm:spPr/>
      <dgm:t>
        <a:bodyPr/>
        <a:lstStyle/>
        <a:p>
          <a:r>
            <a:rPr lang="en-US"/>
            <a:t>For SNHU Travel, features such as a Top Five Destination List could be planned and evaluated as separate user stories.</a:t>
          </a:r>
        </a:p>
      </dgm:t>
    </dgm:pt>
    <dgm:pt modelId="{01D630DC-AC7F-4536-8E72-096EB9662268}" type="parTrans" cxnId="{19105D7F-6E51-4B41-B990-5AD5D76D1166}">
      <dgm:prSet/>
      <dgm:spPr/>
      <dgm:t>
        <a:bodyPr/>
        <a:lstStyle/>
        <a:p>
          <a:endParaRPr lang="en-US"/>
        </a:p>
      </dgm:t>
    </dgm:pt>
    <dgm:pt modelId="{E6244771-B737-4CD9-B500-D90EC7ED64C6}" type="sibTrans" cxnId="{19105D7F-6E51-4B41-B990-5AD5D76D1166}">
      <dgm:prSet/>
      <dgm:spPr/>
      <dgm:t>
        <a:bodyPr/>
        <a:lstStyle/>
        <a:p>
          <a:endParaRPr lang="en-US"/>
        </a:p>
      </dgm:t>
    </dgm:pt>
    <dgm:pt modelId="{AF175D0B-47F8-4D8C-B3A4-86684D08EBD1}" type="pres">
      <dgm:prSet presAssocID="{707998E5-5EC7-42D7-A66A-28BA31C93AD3}" presName="linear" presStyleCnt="0">
        <dgm:presLayoutVars>
          <dgm:animLvl val="lvl"/>
          <dgm:resizeHandles val="exact"/>
        </dgm:presLayoutVars>
      </dgm:prSet>
      <dgm:spPr/>
    </dgm:pt>
    <dgm:pt modelId="{24875C98-B8A2-4FAD-853F-56D2A40DF1C4}" type="pres">
      <dgm:prSet presAssocID="{A10A42E1-9833-4F9D-9115-F3A27B91EE55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AC03611-F6A7-46D5-A66A-508CE3E74683}" type="pres">
      <dgm:prSet presAssocID="{953A2758-9F9B-4405-919D-F2ABF6C88291}" presName="spacer" presStyleCnt="0"/>
      <dgm:spPr/>
    </dgm:pt>
    <dgm:pt modelId="{E3312312-7283-402C-ABD6-D59ED4BE1DB6}" type="pres">
      <dgm:prSet presAssocID="{4762984D-053E-416E-A7C8-FEC99BF5DE7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5AE9011-089E-4BBF-AE9F-2A47720C3ED8}" type="pres">
      <dgm:prSet presAssocID="{C0EA76E8-6D3A-48DD-96CC-7C637FBAF2C8}" presName="spacer" presStyleCnt="0"/>
      <dgm:spPr/>
    </dgm:pt>
    <dgm:pt modelId="{1EB7C4D4-CD1B-4A1A-B7C1-AB99BD861591}" type="pres">
      <dgm:prSet presAssocID="{BFC46751-AD42-4D54-96C7-C7E496C2B42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825C8B8B-F29A-418E-BC0D-31DA242DB55E}" type="pres">
      <dgm:prSet presAssocID="{3D508510-F049-4AF6-A862-7B18620A2801}" presName="spacer" presStyleCnt="0"/>
      <dgm:spPr/>
    </dgm:pt>
    <dgm:pt modelId="{62FAE8F8-0A3A-46A0-9E48-6B322A6A14C1}" type="pres">
      <dgm:prSet presAssocID="{396FD6FF-65F9-4EBD-AFA1-6B3AD948C519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449B910-D81C-4011-BA6F-60F063991B07}" srcId="{707998E5-5EC7-42D7-A66A-28BA31C93AD3}" destId="{A10A42E1-9833-4F9D-9115-F3A27B91EE55}" srcOrd="0" destOrd="0" parTransId="{1FA8C811-68BF-4681-B851-7B529CDA708B}" sibTransId="{953A2758-9F9B-4405-919D-F2ABF6C88291}"/>
    <dgm:cxn modelId="{FEB3091A-2BE2-4895-BBCD-0B6E4543F422}" srcId="{707998E5-5EC7-42D7-A66A-28BA31C93AD3}" destId="{4762984D-053E-416E-A7C8-FEC99BF5DE70}" srcOrd="1" destOrd="0" parTransId="{0174F449-9744-44A2-9C7A-45FFBA216466}" sibTransId="{C0EA76E8-6D3A-48DD-96CC-7C637FBAF2C8}"/>
    <dgm:cxn modelId="{ECE2321A-35EE-4DA3-918E-9E6EAE6D4D28}" type="presOf" srcId="{A10A42E1-9833-4F9D-9115-F3A27B91EE55}" destId="{24875C98-B8A2-4FAD-853F-56D2A40DF1C4}" srcOrd="0" destOrd="0" presId="urn:microsoft.com/office/officeart/2005/8/layout/vList2"/>
    <dgm:cxn modelId="{F1C11A2D-1FB3-4728-9533-D1D3AB315C0A}" type="presOf" srcId="{BFC46751-AD42-4D54-96C7-C7E496C2B420}" destId="{1EB7C4D4-CD1B-4A1A-B7C1-AB99BD861591}" srcOrd="0" destOrd="0" presId="urn:microsoft.com/office/officeart/2005/8/layout/vList2"/>
    <dgm:cxn modelId="{8112FF3A-A1E5-43CD-99D5-A061CB22C465}" type="presOf" srcId="{396FD6FF-65F9-4EBD-AFA1-6B3AD948C519}" destId="{62FAE8F8-0A3A-46A0-9E48-6B322A6A14C1}" srcOrd="0" destOrd="0" presId="urn:microsoft.com/office/officeart/2005/8/layout/vList2"/>
    <dgm:cxn modelId="{C0651C41-5A02-44B6-9E0E-894406005196}" srcId="{707998E5-5EC7-42D7-A66A-28BA31C93AD3}" destId="{BFC46751-AD42-4D54-96C7-C7E496C2B420}" srcOrd="2" destOrd="0" parTransId="{0F641057-E6F8-4F77-9F7D-7F1C11A03677}" sibTransId="{3D508510-F049-4AF6-A862-7B18620A2801}"/>
    <dgm:cxn modelId="{19105D7F-6E51-4B41-B990-5AD5D76D1166}" srcId="{707998E5-5EC7-42D7-A66A-28BA31C93AD3}" destId="{396FD6FF-65F9-4EBD-AFA1-6B3AD948C519}" srcOrd="3" destOrd="0" parTransId="{01D630DC-AC7F-4536-8E72-096EB9662268}" sibTransId="{E6244771-B737-4CD9-B500-D90EC7ED64C6}"/>
    <dgm:cxn modelId="{D61F6FE8-A2D8-45F0-9692-443B01BD4BE1}" type="presOf" srcId="{707998E5-5EC7-42D7-A66A-28BA31C93AD3}" destId="{AF175D0B-47F8-4D8C-B3A4-86684D08EBD1}" srcOrd="0" destOrd="0" presId="urn:microsoft.com/office/officeart/2005/8/layout/vList2"/>
    <dgm:cxn modelId="{3D605BFC-38CF-4A16-BED9-A901DFBFD2A3}" type="presOf" srcId="{4762984D-053E-416E-A7C8-FEC99BF5DE70}" destId="{E3312312-7283-402C-ABD6-D59ED4BE1DB6}" srcOrd="0" destOrd="0" presId="urn:microsoft.com/office/officeart/2005/8/layout/vList2"/>
    <dgm:cxn modelId="{7E9CF3DD-7F32-4860-8791-96E5EA402FF8}" type="presParOf" srcId="{AF175D0B-47F8-4D8C-B3A4-86684D08EBD1}" destId="{24875C98-B8A2-4FAD-853F-56D2A40DF1C4}" srcOrd="0" destOrd="0" presId="urn:microsoft.com/office/officeart/2005/8/layout/vList2"/>
    <dgm:cxn modelId="{7BB450A0-3068-4225-BD77-B74527CBEF49}" type="presParOf" srcId="{AF175D0B-47F8-4D8C-B3A4-86684D08EBD1}" destId="{2AC03611-F6A7-46D5-A66A-508CE3E74683}" srcOrd="1" destOrd="0" presId="urn:microsoft.com/office/officeart/2005/8/layout/vList2"/>
    <dgm:cxn modelId="{E9E25177-BBFA-4B9F-876A-AF551A58A62B}" type="presParOf" srcId="{AF175D0B-47F8-4D8C-B3A4-86684D08EBD1}" destId="{E3312312-7283-402C-ABD6-D59ED4BE1DB6}" srcOrd="2" destOrd="0" presId="urn:microsoft.com/office/officeart/2005/8/layout/vList2"/>
    <dgm:cxn modelId="{53348F1B-31C3-4884-8416-291AE3A04FBD}" type="presParOf" srcId="{AF175D0B-47F8-4D8C-B3A4-86684D08EBD1}" destId="{A5AE9011-089E-4BBF-AE9F-2A47720C3ED8}" srcOrd="3" destOrd="0" presId="urn:microsoft.com/office/officeart/2005/8/layout/vList2"/>
    <dgm:cxn modelId="{D3DA6D6B-8353-4CEE-9069-F3BA427E2C53}" type="presParOf" srcId="{AF175D0B-47F8-4D8C-B3A4-86684D08EBD1}" destId="{1EB7C4D4-CD1B-4A1A-B7C1-AB99BD861591}" srcOrd="4" destOrd="0" presId="urn:microsoft.com/office/officeart/2005/8/layout/vList2"/>
    <dgm:cxn modelId="{8B3D0A58-84CF-4CFE-8DAC-B1EB3238A3CE}" type="presParOf" srcId="{AF175D0B-47F8-4D8C-B3A4-86684D08EBD1}" destId="{825C8B8B-F29A-418E-BC0D-31DA242DB55E}" srcOrd="5" destOrd="0" presId="urn:microsoft.com/office/officeart/2005/8/layout/vList2"/>
    <dgm:cxn modelId="{2F29DF89-9AB1-48A2-8856-24F916B724B4}" type="presParOf" srcId="{AF175D0B-47F8-4D8C-B3A4-86684D08EBD1}" destId="{62FAE8F8-0A3A-46A0-9E48-6B322A6A14C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9D399D-6D80-41FA-9933-318265F1537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1454C26-FB78-406C-A919-BBEABEA8C420}">
      <dgm:prSet/>
      <dgm:spPr/>
      <dgm:t>
        <a:bodyPr/>
        <a:lstStyle/>
        <a:p>
          <a:pPr>
            <a:defRPr cap="all"/>
          </a:pPr>
          <a:r>
            <a:rPr lang="en-US"/>
            <a:t>Product Owner: clarifies product value, manages and prioritizes the Product Backlog.</a:t>
          </a:r>
        </a:p>
      </dgm:t>
    </dgm:pt>
    <dgm:pt modelId="{CA75F884-DD10-4B32-B040-70456EDC1133}" type="parTrans" cxnId="{BF58EB7D-4E9F-485E-816B-46048EC4110B}">
      <dgm:prSet/>
      <dgm:spPr/>
      <dgm:t>
        <a:bodyPr/>
        <a:lstStyle/>
        <a:p>
          <a:endParaRPr lang="en-US"/>
        </a:p>
      </dgm:t>
    </dgm:pt>
    <dgm:pt modelId="{891A3977-C03E-438A-BCC2-055BAD5D80C4}" type="sibTrans" cxnId="{BF58EB7D-4E9F-485E-816B-46048EC4110B}">
      <dgm:prSet/>
      <dgm:spPr/>
      <dgm:t>
        <a:bodyPr/>
        <a:lstStyle/>
        <a:p>
          <a:endParaRPr lang="en-US"/>
        </a:p>
      </dgm:t>
    </dgm:pt>
    <dgm:pt modelId="{81A622BE-36EF-4113-BCA6-7E810DC4FF88}">
      <dgm:prSet/>
      <dgm:spPr/>
      <dgm:t>
        <a:bodyPr/>
        <a:lstStyle/>
        <a:p>
          <a:pPr>
            <a:defRPr cap="all"/>
          </a:pPr>
          <a:r>
            <a:rPr lang="en-US"/>
            <a:t>Scrum Master: helps the team use Scrum effectively and works to remove impediments.</a:t>
          </a:r>
        </a:p>
      </dgm:t>
    </dgm:pt>
    <dgm:pt modelId="{74A37833-2E36-4EE3-AB40-B129CFA9815A}" type="parTrans" cxnId="{F0126472-5A59-4CEB-B6C2-6FC68DD36221}">
      <dgm:prSet/>
      <dgm:spPr/>
      <dgm:t>
        <a:bodyPr/>
        <a:lstStyle/>
        <a:p>
          <a:endParaRPr lang="en-US"/>
        </a:p>
      </dgm:t>
    </dgm:pt>
    <dgm:pt modelId="{6B564716-7566-4420-9EE4-A1EA3B1173FA}" type="sibTrans" cxnId="{F0126472-5A59-4CEB-B6C2-6FC68DD36221}">
      <dgm:prSet/>
      <dgm:spPr/>
      <dgm:t>
        <a:bodyPr/>
        <a:lstStyle/>
        <a:p>
          <a:endParaRPr lang="en-US"/>
        </a:p>
      </dgm:t>
    </dgm:pt>
    <dgm:pt modelId="{46B1F86F-3FA9-438E-BD15-2198E01041F2}">
      <dgm:prSet/>
      <dgm:spPr/>
      <dgm:t>
        <a:bodyPr/>
        <a:lstStyle/>
        <a:p>
          <a:pPr>
            <a:defRPr cap="all"/>
          </a:pPr>
          <a:r>
            <a:rPr lang="en-US"/>
            <a:t>Developers: plan and create a usable increment that meets the agreed quality expectations.</a:t>
          </a:r>
        </a:p>
      </dgm:t>
    </dgm:pt>
    <dgm:pt modelId="{F7E77A4B-B909-4E07-879A-5C2EEF629D82}" type="parTrans" cxnId="{0CB29971-EC79-443E-9C14-BC7BEDAA45F9}">
      <dgm:prSet/>
      <dgm:spPr/>
      <dgm:t>
        <a:bodyPr/>
        <a:lstStyle/>
        <a:p>
          <a:endParaRPr lang="en-US"/>
        </a:p>
      </dgm:t>
    </dgm:pt>
    <dgm:pt modelId="{511B5F03-D94B-4CA1-9F7E-CFE183969E59}" type="sibTrans" cxnId="{0CB29971-EC79-443E-9C14-BC7BEDAA45F9}">
      <dgm:prSet/>
      <dgm:spPr/>
      <dgm:t>
        <a:bodyPr/>
        <a:lstStyle/>
        <a:p>
          <a:endParaRPr lang="en-US"/>
        </a:p>
      </dgm:t>
    </dgm:pt>
    <dgm:pt modelId="{FC48AEC5-9C27-4AE1-B56E-F1898F04DD0A}">
      <dgm:prSet/>
      <dgm:spPr/>
      <dgm:t>
        <a:bodyPr/>
        <a:lstStyle/>
        <a:p>
          <a:pPr>
            <a:defRPr cap="all"/>
          </a:pPr>
          <a:r>
            <a:rPr lang="en-US"/>
            <a:t>The roles collaborate toward one product goal; they are not isolated departments.</a:t>
          </a:r>
        </a:p>
      </dgm:t>
    </dgm:pt>
    <dgm:pt modelId="{76945766-7738-4596-8EFE-5F65C432990C}" type="parTrans" cxnId="{ABA38D78-EBCD-43C7-9DEC-892810A5118A}">
      <dgm:prSet/>
      <dgm:spPr/>
      <dgm:t>
        <a:bodyPr/>
        <a:lstStyle/>
        <a:p>
          <a:endParaRPr lang="en-US"/>
        </a:p>
      </dgm:t>
    </dgm:pt>
    <dgm:pt modelId="{0CD6905C-0C8D-4CA7-90D3-006AC3F33E17}" type="sibTrans" cxnId="{ABA38D78-EBCD-43C7-9DEC-892810A5118A}">
      <dgm:prSet/>
      <dgm:spPr/>
      <dgm:t>
        <a:bodyPr/>
        <a:lstStyle/>
        <a:p>
          <a:endParaRPr lang="en-US"/>
        </a:p>
      </dgm:t>
    </dgm:pt>
    <dgm:pt modelId="{F9CA3D31-F0A8-4FB1-AC8E-2CBFC99ADC9F}" type="pres">
      <dgm:prSet presAssocID="{669D399D-6D80-41FA-9933-318265F1537B}" presName="root" presStyleCnt="0">
        <dgm:presLayoutVars>
          <dgm:dir/>
          <dgm:resizeHandles val="exact"/>
        </dgm:presLayoutVars>
      </dgm:prSet>
      <dgm:spPr/>
    </dgm:pt>
    <dgm:pt modelId="{A5B9481E-CC79-4621-B152-354FFD02AE0F}" type="pres">
      <dgm:prSet presAssocID="{C1454C26-FB78-406C-A919-BBEABEA8C420}" presName="compNode" presStyleCnt="0"/>
      <dgm:spPr/>
    </dgm:pt>
    <dgm:pt modelId="{25042F34-0E1B-4ABA-B82B-57803E012973}" type="pres">
      <dgm:prSet presAssocID="{C1454C26-FB78-406C-A919-BBEABEA8C420}" presName="iconBgRect" presStyleLbl="bgShp" presStyleIdx="0" presStyleCnt="4"/>
      <dgm:spPr/>
    </dgm:pt>
    <dgm:pt modelId="{06233036-B966-4EB1-986A-027715A0AE25}" type="pres">
      <dgm:prSet presAssocID="{C1454C26-FB78-406C-A919-BBEABEA8C420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57686B3-A235-4DA7-B049-B5CC1ABCE2BB}" type="pres">
      <dgm:prSet presAssocID="{C1454C26-FB78-406C-A919-BBEABEA8C420}" presName="spaceRect" presStyleCnt="0"/>
      <dgm:spPr/>
    </dgm:pt>
    <dgm:pt modelId="{9343B249-2EBA-4E1F-83C8-858FC1BB48A7}" type="pres">
      <dgm:prSet presAssocID="{C1454C26-FB78-406C-A919-BBEABEA8C420}" presName="textRect" presStyleLbl="revTx" presStyleIdx="0" presStyleCnt="4">
        <dgm:presLayoutVars>
          <dgm:chMax val="1"/>
          <dgm:chPref val="1"/>
        </dgm:presLayoutVars>
      </dgm:prSet>
      <dgm:spPr/>
    </dgm:pt>
    <dgm:pt modelId="{D9259D1C-3322-4106-9280-610545F850D8}" type="pres">
      <dgm:prSet presAssocID="{891A3977-C03E-438A-BCC2-055BAD5D80C4}" presName="sibTrans" presStyleCnt="0"/>
      <dgm:spPr/>
    </dgm:pt>
    <dgm:pt modelId="{11C23D12-E23D-48BC-9092-0AE5A0190B22}" type="pres">
      <dgm:prSet presAssocID="{81A622BE-36EF-4113-BCA6-7E810DC4FF88}" presName="compNode" presStyleCnt="0"/>
      <dgm:spPr/>
    </dgm:pt>
    <dgm:pt modelId="{431CBEE2-9427-4B1C-BDB6-1D166E909331}" type="pres">
      <dgm:prSet presAssocID="{81A622BE-36EF-4113-BCA6-7E810DC4FF88}" presName="iconBgRect" presStyleLbl="bgShp" presStyleIdx="1" presStyleCnt="4"/>
      <dgm:spPr/>
    </dgm:pt>
    <dgm:pt modelId="{AE1492FC-AD05-4E87-A599-7E3BCF8063DC}" type="pres">
      <dgm:prSet presAssocID="{81A622BE-36EF-4113-BCA6-7E810DC4FF8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658267FE-0D0E-40AC-BB5A-A56577EBE139}" type="pres">
      <dgm:prSet presAssocID="{81A622BE-36EF-4113-BCA6-7E810DC4FF88}" presName="spaceRect" presStyleCnt="0"/>
      <dgm:spPr/>
    </dgm:pt>
    <dgm:pt modelId="{F31675CB-58B4-4CBA-8015-4B33F03252E6}" type="pres">
      <dgm:prSet presAssocID="{81A622BE-36EF-4113-BCA6-7E810DC4FF88}" presName="textRect" presStyleLbl="revTx" presStyleIdx="1" presStyleCnt="4">
        <dgm:presLayoutVars>
          <dgm:chMax val="1"/>
          <dgm:chPref val="1"/>
        </dgm:presLayoutVars>
      </dgm:prSet>
      <dgm:spPr/>
    </dgm:pt>
    <dgm:pt modelId="{9FFE6139-FE52-436C-BCB2-E809D2B1B123}" type="pres">
      <dgm:prSet presAssocID="{6B564716-7566-4420-9EE4-A1EA3B1173FA}" presName="sibTrans" presStyleCnt="0"/>
      <dgm:spPr/>
    </dgm:pt>
    <dgm:pt modelId="{65A8B787-16AF-4366-9826-DBCCD36059FD}" type="pres">
      <dgm:prSet presAssocID="{46B1F86F-3FA9-438E-BD15-2198E01041F2}" presName="compNode" presStyleCnt="0"/>
      <dgm:spPr/>
    </dgm:pt>
    <dgm:pt modelId="{8A251515-E723-4608-BABF-1B85A849751D}" type="pres">
      <dgm:prSet presAssocID="{46B1F86F-3FA9-438E-BD15-2198E01041F2}" presName="iconBgRect" presStyleLbl="bgShp" presStyleIdx="2" presStyleCnt="4"/>
      <dgm:spPr/>
    </dgm:pt>
    <dgm:pt modelId="{680CDB72-0770-4D39-A34E-D81F6FF1A11C}" type="pres">
      <dgm:prSet presAssocID="{46B1F86F-3FA9-438E-BD15-2198E01041F2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siness Growth"/>
        </a:ext>
      </dgm:extLst>
    </dgm:pt>
    <dgm:pt modelId="{DFFF8385-064D-4E8D-8450-17B111898C71}" type="pres">
      <dgm:prSet presAssocID="{46B1F86F-3FA9-438E-BD15-2198E01041F2}" presName="spaceRect" presStyleCnt="0"/>
      <dgm:spPr/>
    </dgm:pt>
    <dgm:pt modelId="{760EFF84-CBCA-4B7E-AEB1-64A2D3EBE742}" type="pres">
      <dgm:prSet presAssocID="{46B1F86F-3FA9-438E-BD15-2198E01041F2}" presName="textRect" presStyleLbl="revTx" presStyleIdx="2" presStyleCnt="4">
        <dgm:presLayoutVars>
          <dgm:chMax val="1"/>
          <dgm:chPref val="1"/>
        </dgm:presLayoutVars>
      </dgm:prSet>
      <dgm:spPr/>
    </dgm:pt>
    <dgm:pt modelId="{4C11DCF3-BC30-4AEC-B2EC-CE78CAEED93D}" type="pres">
      <dgm:prSet presAssocID="{511B5F03-D94B-4CA1-9F7E-CFE183969E59}" presName="sibTrans" presStyleCnt="0"/>
      <dgm:spPr/>
    </dgm:pt>
    <dgm:pt modelId="{86A71166-C93F-412D-87AA-E9B320914F2E}" type="pres">
      <dgm:prSet presAssocID="{FC48AEC5-9C27-4AE1-B56E-F1898F04DD0A}" presName="compNode" presStyleCnt="0"/>
      <dgm:spPr/>
    </dgm:pt>
    <dgm:pt modelId="{492C6B9B-FF14-4797-93DB-2A70E8C34158}" type="pres">
      <dgm:prSet presAssocID="{FC48AEC5-9C27-4AE1-B56E-F1898F04DD0A}" presName="iconBgRect" presStyleLbl="bgShp" presStyleIdx="3" presStyleCnt="4"/>
      <dgm:spPr/>
    </dgm:pt>
    <dgm:pt modelId="{6E7189B5-7CE9-4EF7-9BFA-E4A39A10C183}" type="pres">
      <dgm:prSet presAssocID="{FC48AEC5-9C27-4AE1-B56E-F1898F04DD0A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nimize"/>
        </a:ext>
      </dgm:extLst>
    </dgm:pt>
    <dgm:pt modelId="{6E256218-1920-407F-A1FE-FD5EEF7929FB}" type="pres">
      <dgm:prSet presAssocID="{FC48AEC5-9C27-4AE1-B56E-F1898F04DD0A}" presName="spaceRect" presStyleCnt="0"/>
      <dgm:spPr/>
    </dgm:pt>
    <dgm:pt modelId="{20B3609F-C3A5-4FA2-9F8F-784BE7B672F0}" type="pres">
      <dgm:prSet presAssocID="{FC48AEC5-9C27-4AE1-B56E-F1898F04DD0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AE9E23-5037-4A02-827B-B05682C52CBA}" type="presOf" srcId="{C1454C26-FB78-406C-A919-BBEABEA8C420}" destId="{9343B249-2EBA-4E1F-83C8-858FC1BB48A7}" srcOrd="0" destOrd="0" presId="urn:microsoft.com/office/officeart/2018/5/layout/IconCircleLabelList"/>
    <dgm:cxn modelId="{3A6CD440-B644-425F-9B33-D31181DBB0E0}" type="presOf" srcId="{FC48AEC5-9C27-4AE1-B56E-F1898F04DD0A}" destId="{20B3609F-C3A5-4FA2-9F8F-784BE7B672F0}" srcOrd="0" destOrd="0" presId="urn:microsoft.com/office/officeart/2018/5/layout/IconCircleLabelList"/>
    <dgm:cxn modelId="{0CB29971-EC79-443E-9C14-BC7BEDAA45F9}" srcId="{669D399D-6D80-41FA-9933-318265F1537B}" destId="{46B1F86F-3FA9-438E-BD15-2198E01041F2}" srcOrd="2" destOrd="0" parTransId="{F7E77A4B-B909-4E07-879A-5C2EEF629D82}" sibTransId="{511B5F03-D94B-4CA1-9F7E-CFE183969E59}"/>
    <dgm:cxn modelId="{F0126472-5A59-4CEB-B6C2-6FC68DD36221}" srcId="{669D399D-6D80-41FA-9933-318265F1537B}" destId="{81A622BE-36EF-4113-BCA6-7E810DC4FF88}" srcOrd="1" destOrd="0" parTransId="{74A37833-2E36-4EE3-AB40-B129CFA9815A}" sibTransId="{6B564716-7566-4420-9EE4-A1EA3B1173FA}"/>
    <dgm:cxn modelId="{ABA38D78-EBCD-43C7-9DEC-892810A5118A}" srcId="{669D399D-6D80-41FA-9933-318265F1537B}" destId="{FC48AEC5-9C27-4AE1-B56E-F1898F04DD0A}" srcOrd="3" destOrd="0" parTransId="{76945766-7738-4596-8EFE-5F65C432990C}" sibTransId="{0CD6905C-0C8D-4CA7-90D3-006AC3F33E17}"/>
    <dgm:cxn modelId="{29FD2E79-8190-4728-AE0C-572FACF17A69}" type="presOf" srcId="{81A622BE-36EF-4113-BCA6-7E810DC4FF88}" destId="{F31675CB-58B4-4CBA-8015-4B33F03252E6}" srcOrd="0" destOrd="0" presId="urn:microsoft.com/office/officeart/2018/5/layout/IconCircleLabelList"/>
    <dgm:cxn modelId="{BF58EB7D-4E9F-485E-816B-46048EC4110B}" srcId="{669D399D-6D80-41FA-9933-318265F1537B}" destId="{C1454C26-FB78-406C-A919-BBEABEA8C420}" srcOrd="0" destOrd="0" parTransId="{CA75F884-DD10-4B32-B040-70456EDC1133}" sibTransId="{891A3977-C03E-438A-BCC2-055BAD5D80C4}"/>
    <dgm:cxn modelId="{96898C86-B459-4F95-829C-D05D50644ACC}" type="presOf" srcId="{46B1F86F-3FA9-438E-BD15-2198E01041F2}" destId="{760EFF84-CBCA-4B7E-AEB1-64A2D3EBE742}" srcOrd="0" destOrd="0" presId="urn:microsoft.com/office/officeart/2018/5/layout/IconCircleLabelList"/>
    <dgm:cxn modelId="{2BE21E91-184C-49D9-B225-1CD9571CF789}" type="presOf" srcId="{669D399D-6D80-41FA-9933-318265F1537B}" destId="{F9CA3D31-F0A8-4FB1-AC8E-2CBFC99ADC9F}" srcOrd="0" destOrd="0" presId="urn:microsoft.com/office/officeart/2018/5/layout/IconCircleLabelList"/>
    <dgm:cxn modelId="{6E471FBC-18BC-4B78-9C8D-E9DD720CA316}" type="presParOf" srcId="{F9CA3D31-F0A8-4FB1-AC8E-2CBFC99ADC9F}" destId="{A5B9481E-CC79-4621-B152-354FFD02AE0F}" srcOrd="0" destOrd="0" presId="urn:microsoft.com/office/officeart/2018/5/layout/IconCircleLabelList"/>
    <dgm:cxn modelId="{993FEEE0-99E8-4DFE-B441-D070D85A78A8}" type="presParOf" srcId="{A5B9481E-CC79-4621-B152-354FFD02AE0F}" destId="{25042F34-0E1B-4ABA-B82B-57803E012973}" srcOrd="0" destOrd="0" presId="urn:microsoft.com/office/officeart/2018/5/layout/IconCircleLabelList"/>
    <dgm:cxn modelId="{474E5E3E-040D-4D3D-AC70-A47B2F653B86}" type="presParOf" srcId="{A5B9481E-CC79-4621-B152-354FFD02AE0F}" destId="{06233036-B966-4EB1-986A-027715A0AE25}" srcOrd="1" destOrd="0" presId="urn:microsoft.com/office/officeart/2018/5/layout/IconCircleLabelList"/>
    <dgm:cxn modelId="{1D03702D-E9D2-4350-869C-E2E7F5797D0B}" type="presParOf" srcId="{A5B9481E-CC79-4621-B152-354FFD02AE0F}" destId="{457686B3-A235-4DA7-B049-B5CC1ABCE2BB}" srcOrd="2" destOrd="0" presId="urn:microsoft.com/office/officeart/2018/5/layout/IconCircleLabelList"/>
    <dgm:cxn modelId="{9A5A9C6F-735E-4861-86E7-C69CC5877573}" type="presParOf" srcId="{A5B9481E-CC79-4621-B152-354FFD02AE0F}" destId="{9343B249-2EBA-4E1F-83C8-858FC1BB48A7}" srcOrd="3" destOrd="0" presId="urn:microsoft.com/office/officeart/2018/5/layout/IconCircleLabelList"/>
    <dgm:cxn modelId="{FB9E87C0-8443-41E1-82D8-59E2053A6985}" type="presParOf" srcId="{F9CA3D31-F0A8-4FB1-AC8E-2CBFC99ADC9F}" destId="{D9259D1C-3322-4106-9280-610545F850D8}" srcOrd="1" destOrd="0" presId="urn:microsoft.com/office/officeart/2018/5/layout/IconCircleLabelList"/>
    <dgm:cxn modelId="{98155657-8D36-4009-AA5C-81058E7B861F}" type="presParOf" srcId="{F9CA3D31-F0A8-4FB1-AC8E-2CBFC99ADC9F}" destId="{11C23D12-E23D-48BC-9092-0AE5A0190B22}" srcOrd="2" destOrd="0" presId="urn:microsoft.com/office/officeart/2018/5/layout/IconCircleLabelList"/>
    <dgm:cxn modelId="{F9CF7707-DFB2-4FD7-A0B2-637BE5974B53}" type="presParOf" srcId="{11C23D12-E23D-48BC-9092-0AE5A0190B22}" destId="{431CBEE2-9427-4B1C-BDB6-1D166E909331}" srcOrd="0" destOrd="0" presId="urn:microsoft.com/office/officeart/2018/5/layout/IconCircleLabelList"/>
    <dgm:cxn modelId="{6A3944F3-EA30-4E33-919D-339329AD5A26}" type="presParOf" srcId="{11C23D12-E23D-48BC-9092-0AE5A0190B22}" destId="{AE1492FC-AD05-4E87-A599-7E3BCF8063DC}" srcOrd="1" destOrd="0" presId="urn:microsoft.com/office/officeart/2018/5/layout/IconCircleLabelList"/>
    <dgm:cxn modelId="{E0A1CD66-CF1C-42C6-9AFA-F500A5E4A1BF}" type="presParOf" srcId="{11C23D12-E23D-48BC-9092-0AE5A0190B22}" destId="{658267FE-0D0E-40AC-BB5A-A56577EBE139}" srcOrd="2" destOrd="0" presId="urn:microsoft.com/office/officeart/2018/5/layout/IconCircleLabelList"/>
    <dgm:cxn modelId="{1D9ECA73-33AD-44C4-A538-B00F46D1C99F}" type="presParOf" srcId="{11C23D12-E23D-48BC-9092-0AE5A0190B22}" destId="{F31675CB-58B4-4CBA-8015-4B33F03252E6}" srcOrd="3" destOrd="0" presId="urn:microsoft.com/office/officeart/2018/5/layout/IconCircleLabelList"/>
    <dgm:cxn modelId="{FF5855B6-1CB5-42B6-8CD9-45890E576A7E}" type="presParOf" srcId="{F9CA3D31-F0A8-4FB1-AC8E-2CBFC99ADC9F}" destId="{9FFE6139-FE52-436C-BCB2-E809D2B1B123}" srcOrd="3" destOrd="0" presId="urn:microsoft.com/office/officeart/2018/5/layout/IconCircleLabelList"/>
    <dgm:cxn modelId="{2EBAA1B9-2472-4175-B963-A7826FEBCB37}" type="presParOf" srcId="{F9CA3D31-F0A8-4FB1-AC8E-2CBFC99ADC9F}" destId="{65A8B787-16AF-4366-9826-DBCCD36059FD}" srcOrd="4" destOrd="0" presId="urn:microsoft.com/office/officeart/2018/5/layout/IconCircleLabelList"/>
    <dgm:cxn modelId="{A2900276-256B-4900-8349-37CEF3620A1F}" type="presParOf" srcId="{65A8B787-16AF-4366-9826-DBCCD36059FD}" destId="{8A251515-E723-4608-BABF-1B85A849751D}" srcOrd="0" destOrd="0" presId="urn:microsoft.com/office/officeart/2018/5/layout/IconCircleLabelList"/>
    <dgm:cxn modelId="{A642B2BA-CAFC-4096-9ABC-FA356A4902F3}" type="presParOf" srcId="{65A8B787-16AF-4366-9826-DBCCD36059FD}" destId="{680CDB72-0770-4D39-A34E-D81F6FF1A11C}" srcOrd="1" destOrd="0" presId="urn:microsoft.com/office/officeart/2018/5/layout/IconCircleLabelList"/>
    <dgm:cxn modelId="{B65E23B3-1056-4CB8-A7C6-E7B27F8804B3}" type="presParOf" srcId="{65A8B787-16AF-4366-9826-DBCCD36059FD}" destId="{DFFF8385-064D-4E8D-8450-17B111898C71}" srcOrd="2" destOrd="0" presId="urn:microsoft.com/office/officeart/2018/5/layout/IconCircleLabelList"/>
    <dgm:cxn modelId="{F45E7D7F-70C8-4A6D-8DD2-D0E66BDB428C}" type="presParOf" srcId="{65A8B787-16AF-4366-9826-DBCCD36059FD}" destId="{760EFF84-CBCA-4B7E-AEB1-64A2D3EBE742}" srcOrd="3" destOrd="0" presId="urn:microsoft.com/office/officeart/2018/5/layout/IconCircleLabelList"/>
    <dgm:cxn modelId="{02EAD9AB-A09E-466F-B2EE-5B30C9AD42C1}" type="presParOf" srcId="{F9CA3D31-F0A8-4FB1-AC8E-2CBFC99ADC9F}" destId="{4C11DCF3-BC30-4AEC-B2EC-CE78CAEED93D}" srcOrd="5" destOrd="0" presId="urn:microsoft.com/office/officeart/2018/5/layout/IconCircleLabelList"/>
    <dgm:cxn modelId="{945B5D5D-A490-47A3-873E-2F049F82B51D}" type="presParOf" srcId="{F9CA3D31-F0A8-4FB1-AC8E-2CBFC99ADC9F}" destId="{86A71166-C93F-412D-87AA-E9B320914F2E}" srcOrd="6" destOrd="0" presId="urn:microsoft.com/office/officeart/2018/5/layout/IconCircleLabelList"/>
    <dgm:cxn modelId="{4AA57161-0EC1-4339-9B43-955D20D9DB5D}" type="presParOf" srcId="{86A71166-C93F-412D-87AA-E9B320914F2E}" destId="{492C6B9B-FF14-4797-93DB-2A70E8C34158}" srcOrd="0" destOrd="0" presId="urn:microsoft.com/office/officeart/2018/5/layout/IconCircleLabelList"/>
    <dgm:cxn modelId="{E281A538-1D09-4831-9656-EC894CFFB07A}" type="presParOf" srcId="{86A71166-C93F-412D-87AA-E9B320914F2E}" destId="{6E7189B5-7CE9-4EF7-9BFA-E4A39A10C183}" srcOrd="1" destOrd="0" presId="urn:microsoft.com/office/officeart/2018/5/layout/IconCircleLabelList"/>
    <dgm:cxn modelId="{2CA9D4A3-79BA-479C-8DF3-8A8EC4946F87}" type="presParOf" srcId="{86A71166-C93F-412D-87AA-E9B320914F2E}" destId="{6E256218-1920-407F-A1FE-FD5EEF7929FB}" srcOrd="2" destOrd="0" presId="urn:microsoft.com/office/officeart/2018/5/layout/IconCircleLabelList"/>
    <dgm:cxn modelId="{4102DFC4-0765-4335-9236-FA66B291CF83}" type="presParOf" srcId="{86A71166-C93F-412D-87AA-E9B320914F2E}" destId="{20B3609F-C3A5-4FA2-9F8F-784BE7B672F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0538CB6-E892-426C-90D2-B37E66AEEE03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CC0D654-A65E-4728-ABA0-A7BC315C6332}">
      <dgm:prSet/>
      <dgm:spPr/>
      <dgm:t>
        <a:bodyPr/>
        <a:lstStyle/>
        <a:p>
          <a:r>
            <a:rPr lang="en-US"/>
            <a:t>Discovery and planning: understand user needs and create a prioritized backlog.</a:t>
          </a:r>
        </a:p>
      </dgm:t>
    </dgm:pt>
    <dgm:pt modelId="{31A374C5-E769-4938-BAF0-69CD3B0D194B}" type="parTrans" cxnId="{84E54094-1A85-4E76-95C0-66F01D8CDDBE}">
      <dgm:prSet/>
      <dgm:spPr/>
      <dgm:t>
        <a:bodyPr/>
        <a:lstStyle/>
        <a:p>
          <a:endParaRPr lang="en-US"/>
        </a:p>
      </dgm:t>
    </dgm:pt>
    <dgm:pt modelId="{2ED04D46-5FDF-4E89-A143-89E4129227E1}" type="sibTrans" cxnId="{84E54094-1A85-4E76-95C0-66F01D8CDDBE}">
      <dgm:prSet/>
      <dgm:spPr/>
      <dgm:t>
        <a:bodyPr/>
        <a:lstStyle/>
        <a:p>
          <a:endParaRPr lang="en-US"/>
        </a:p>
      </dgm:t>
    </dgm:pt>
    <dgm:pt modelId="{A65D807B-DB1D-43C2-B463-782F955CA154}">
      <dgm:prSet/>
      <dgm:spPr/>
      <dgm:t>
        <a:bodyPr/>
        <a:lstStyle/>
        <a:p>
          <a:r>
            <a:rPr lang="en-US"/>
            <a:t>Design and development: select stories and build a small increment during a Sprint.</a:t>
          </a:r>
        </a:p>
      </dgm:t>
    </dgm:pt>
    <dgm:pt modelId="{D00C4A7F-42FC-4721-BF47-60934759BC31}" type="parTrans" cxnId="{180B3734-D765-4D91-8883-48C1F64EF7A4}">
      <dgm:prSet/>
      <dgm:spPr/>
      <dgm:t>
        <a:bodyPr/>
        <a:lstStyle/>
        <a:p>
          <a:endParaRPr lang="en-US"/>
        </a:p>
      </dgm:t>
    </dgm:pt>
    <dgm:pt modelId="{C5293D49-CAF7-4076-9728-CD2688D74218}" type="sibTrans" cxnId="{180B3734-D765-4D91-8883-48C1F64EF7A4}">
      <dgm:prSet/>
      <dgm:spPr/>
      <dgm:t>
        <a:bodyPr/>
        <a:lstStyle/>
        <a:p>
          <a:endParaRPr lang="en-US"/>
        </a:p>
      </dgm:t>
    </dgm:pt>
    <dgm:pt modelId="{6B502914-3EE3-4E63-B539-0A45EAACF459}">
      <dgm:prSet/>
      <dgm:spPr/>
      <dgm:t>
        <a:bodyPr/>
        <a:lstStyle/>
        <a:p>
          <a:r>
            <a:rPr lang="en-US"/>
            <a:t>Testing: check functionality against acceptance criteria and the definition of done.</a:t>
          </a:r>
        </a:p>
      </dgm:t>
    </dgm:pt>
    <dgm:pt modelId="{A37EC81A-6910-4033-9020-39D5B4838B07}" type="parTrans" cxnId="{46339157-6F1D-46F3-85E6-F77239C09CD6}">
      <dgm:prSet/>
      <dgm:spPr/>
      <dgm:t>
        <a:bodyPr/>
        <a:lstStyle/>
        <a:p>
          <a:endParaRPr lang="en-US"/>
        </a:p>
      </dgm:t>
    </dgm:pt>
    <dgm:pt modelId="{8B38B017-8D3D-48A7-B42D-63CB1E87A7C1}" type="sibTrans" cxnId="{46339157-6F1D-46F3-85E6-F77239C09CD6}">
      <dgm:prSet/>
      <dgm:spPr/>
      <dgm:t>
        <a:bodyPr/>
        <a:lstStyle/>
        <a:p>
          <a:endParaRPr lang="en-US"/>
        </a:p>
      </dgm:t>
    </dgm:pt>
    <dgm:pt modelId="{F545D0F8-6DC3-42E0-89CB-D5B99AC0BDDA}">
      <dgm:prSet/>
      <dgm:spPr/>
      <dgm:t>
        <a:bodyPr/>
        <a:lstStyle/>
        <a:p>
          <a:r>
            <a:rPr lang="en-US"/>
            <a:t>Review and release: inspect completed work, gather feedback, and decide next steps.</a:t>
          </a:r>
        </a:p>
      </dgm:t>
    </dgm:pt>
    <dgm:pt modelId="{344C3F95-04E1-4435-A1D7-A171305D240E}" type="parTrans" cxnId="{74670586-EA35-4A48-8E42-CA4450354C8C}">
      <dgm:prSet/>
      <dgm:spPr/>
      <dgm:t>
        <a:bodyPr/>
        <a:lstStyle/>
        <a:p>
          <a:endParaRPr lang="en-US"/>
        </a:p>
      </dgm:t>
    </dgm:pt>
    <dgm:pt modelId="{513A2D45-44CE-4FEC-9EE5-B65EBC9258DD}" type="sibTrans" cxnId="{74670586-EA35-4A48-8E42-CA4450354C8C}">
      <dgm:prSet/>
      <dgm:spPr/>
      <dgm:t>
        <a:bodyPr/>
        <a:lstStyle/>
        <a:p>
          <a:endParaRPr lang="en-US"/>
        </a:p>
      </dgm:t>
    </dgm:pt>
    <dgm:pt modelId="{738F8E57-7FF6-4BBA-986D-B178FE988716}">
      <dgm:prSet/>
      <dgm:spPr/>
      <dgm:t>
        <a:bodyPr/>
        <a:lstStyle/>
        <a:p>
          <a:r>
            <a:rPr lang="en-US"/>
            <a:t>Retrospective: identify one or more process improvements for the next Sprint.</a:t>
          </a:r>
        </a:p>
      </dgm:t>
    </dgm:pt>
    <dgm:pt modelId="{E69846E0-B3CA-4A5F-8A40-D29E86BD9ABC}" type="parTrans" cxnId="{BBC8E02B-1671-4B17-BE0F-A7E38B688BDA}">
      <dgm:prSet/>
      <dgm:spPr/>
      <dgm:t>
        <a:bodyPr/>
        <a:lstStyle/>
        <a:p>
          <a:endParaRPr lang="en-US"/>
        </a:p>
      </dgm:t>
    </dgm:pt>
    <dgm:pt modelId="{A7F717AC-022E-49E3-882C-0960806BF5F9}" type="sibTrans" cxnId="{BBC8E02B-1671-4B17-BE0F-A7E38B688BDA}">
      <dgm:prSet/>
      <dgm:spPr/>
      <dgm:t>
        <a:bodyPr/>
        <a:lstStyle/>
        <a:p>
          <a:endParaRPr lang="en-US"/>
        </a:p>
      </dgm:t>
    </dgm:pt>
    <dgm:pt modelId="{961BC584-AB98-42BA-AFCE-8583B996226D}" type="pres">
      <dgm:prSet presAssocID="{70538CB6-E892-426C-90D2-B37E66AEEE03}" presName="outerComposite" presStyleCnt="0">
        <dgm:presLayoutVars>
          <dgm:chMax val="5"/>
          <dgm:dir/>
          <dgm:resizeHandles val="exact"/>
        </dgm:presLayoutVars>
      </dgm:prSet>
      <dgm:spPr/>
    </dgm:pt>
    <dgm:pt modelId="{7A193FA0-0414-41C0-B0B6-C083A524AB12}" type="pres">
      <dgm:prSet presAssocID="{70538CB6-E892-426C-90D2-B37E66AEEE03}" presName="dummyMaxCanvas" presStyleCnt="0">
        <dgm:presLayoutVars/>
      </dgm:prSet>
      <dgm:spPr/>
    </dgm:pt>
    <dgm:pt modelId="{AC712524-D027-4269-AD10-DEED65870DDB}" type="pres">
      <dgm:prSet presAssocID="{70538CB6-E892-426C-90D2-B37E66AEEE03}" presName="FiveNodes_1" presStyleLbl="node1" presStyleIdx="0" presStyleCnt="5">
        <dgm:presLayoutVars>
          <dgm:bulletEnabled val="1"/>
        </dgm:presLayoutVars>
      </dgm:prSet>
      <dgm:spPr/>
    </dgm:pt>
    <dgm:pt modelId="{0A685CBC-E374-4072-A336-6237E4DBF1EC}" type="pres">
      <dgm:prSet presAssocID="{70538CB6-E892-426C-90D2-B37E66AEEE03}" presName="FiveNodes_2" presStyleLbl="node1" presStyleIdx="1" presStyleCnt="5">
        <dgm:presLayoutVars>
          <dgm:bulletEnabled val="1"/>
        </dgm:presLayoutVars>
      </dgm:prSet>
      <dgm:spPr/>
    </dgm:pt>
    <dgm:pt modelId="{6EE8FEAF-EABE-4E9A-9612-4703400D68BB}" type="pres">
      <dgm:prSet presAssocID="{70538CB6-E892-426C-90D2-B37E66AEEE03}" presName="FiveNodes_3" presStyleLbl="node1" presStyleIdx="2" presStyleCnt="5">
        <dgm:presLayoutVars>
          <dgm:bulletEnabled val="1"/>
        </dgm:presLayoutVars>
      </dgm:prSet>
      <dgm:spPr/>
    </dgm:pt>
    <dgm:pt modelId="{A25DD1DF-83BE-4505-938E-9AABD609CBD4}" type="pres">
      <dgm:prSet presAssocID="{70538CB6-E892-426C-90D2-B37E66AEEE03}" presName="FiveNodes_4" presStyleLbl="node1" presStyleIdx="3" presStyleCnt="5">
        <dgm:presLayoutVars>
          <dgm:bulletEnabled val="1"/>
        </dgm:presLayoutVars>
      </dgm:prSet>
      <dgm:spPr/>
    </dgm:pt>
    <dgm:pt modelId="{1CCD3D8A-E7B4-43D5-8C38-AF1D5598133F}" type="pres">
      <dgm:prSet presAssocID="{70538CB6-E892-426C-90D2-B37E66AEEE03}" presName="FiveNodes_5" presStyleLbl="node1" presStyleIdx="4" presStyleCnt="5">
        <dgm:presLayoutVars>
          <dgm:bulletEnabled val="1"/>
        </dgm:presLayoutVars>
      </dgm:prSet>
      <dgm:spPr/>
    </dgm:pt>
    <dgm:pt modelId="{6BCF7279-D9D4-4A50-BC06-FDD171509D3C}" type="pres">
      <dgm:prSet presAssocID="{70538CB6-E892-426C-90D2-B37E66AEEE03}" presName="FiveConn_1-2" presStyleLbl="fgAccFollowNode1" presStyleIdx="0" presStyleCnt="4">
        <dgm:presLayoutVars>
          <dgm:bulletEnabled val="1"/>
        </dgm:presLayoutVars>
      </dgm:prSet>
      <dgm:spPr/>
    </dgm:pt>
    <dgm:pt modelId="{DFC52A7D-D65A-457B-A0C2-C64572C84A88}" type="pres">
      <dgm:prSet presAssocID="{70538CB6-E892-426C-90D2-B37E66AEEE03}" presName="FiveConn_2-3" presStyleLbl="fgAccFollowNode1" presStyleIdx="1" presStyleCnt="4">
        <dgm:presLayoutVars>
          <dgm:bulletEnabled val="1"/>
        </dgm:presLayoutVars>
      </dgm:prSet>
      <dgm:spPr/>
    </dgm:pt>
    <dgm:pt modelId="{B24256D0-DFA7-461B-B601-40C2FC966DC2}" type="pres">
      <dgm:prSet presAssocID="{70538CB6-E892-426C-90D2-B37E66AEEE03}" presName="FiveConn_3-4" presStyleLbl="fgAccFollowNode1" presStyleIdx="2" presStyleCnt="4">
        <dgm:presLayoutVars>
          <dgm:bulletEnabled val="1"/>
        </dgm:presLayoutVars>
      </dgm:prSet>
      <dgm:spPr/>
    </dgm:pt>
    <dgm:pt modelId="{DCB6834A-9A46-457F-B13D-B355348CF8EF}" type="pres">
      <dgm:prSet presAssocID="{70538CB6-E892-426C-90D2-B37E66AEEE03}" presName="FiveConn_4-5" presStyleLbl="fgAccFollowNode1" presStyleIdx="3" presStyleCnt="4">
        <dgm:presLayoutVars>
          <dgm:bulletEnabled val="1"/>
        </dgm:presLayoutVars>
      </dgm:prSet>
      <dgm:spPr/>
    </dgm:pt>
    <dgm:pt modelId="{70BD044B-C77F-4E04-AF38-F7C43DCF0907}" type="pres">
      <dgm:prSet presAssocID="{70538CB6-E892-426C-90D2-B37E66AEEE03}" presName="FiveNodes_1_text" presStyleLbl="node1" presStyleIdx="4" presStyleCnt="5">
        <dgm:presLayoutVars>
          <dgm:bulletEnabled val="1"/>
        </dgm:presLayoutVars>
      </dgm:prSet>
      <dgm:spPr/>
    </dgm:pt>
    <dgm:pt modelId="{62D31548-1919-4D1D-BCAD-6308E56BB19F}" type="pres">
      <dgm:prSet presAssocID="{70538CB6-E892-426C-90D2-B37E66AEEE03}" presName="FiveNodes_2_text" presStyleLbl="node1" presStyleIdx="4" presStyleCnt="5">
        <dgm:presLayoutVars>
          <dgm:bulletEnabled val="1"/>
        </dgm:presLayoutVars>
      </dgm:prSet>
      <dgm:spPr/>
    </dgm:pt>
    <dgm:pt modelId="{588AEC36-750A-4ADE-9B66-52836C1BE5A6}" type="pres">
      <dgm:prSet presAssocID="{70538CB6-E892-426C-90D2-B37E66AEEE03}" presName="FiveNodes_3_text" presStyleLbl="node1" presStyleIdx="4" presStyleCnt="5">
        <dgm:presLayoutVars>
          <dgm:bulletEnabled val="1"/>
        </dgm:presLayoutVars>
      </dgm:prSet>
      <dgm:spPr/>
    </dgm:pt>
    <dgm:pt modelId="{5EF732E7-76FD-47EE-BCDB-B80559A8D33C}" type="pres">
      <dgm:prSet presAssocID="{70538CB6-E892-426C-90D2-B37E66AEEE03}" presName="FiveNodes_4_text" presStyleLbl="node1" presStyleIdx="4" presStyleCnt="5">
        <dgm:presLayoutVars>
          <dgm:bulletEnabled val="1"/>
        </dgm:presLayoutVars>
      </dgm:prSet>
      <dgm:spPr/>
    </dgm:pt>
    <dgm:pt modelId="{BF61910D-0BFA-474F-9E66-C2CD3609B045}" type="pres">
      <dgm:prSet presAssocID="{70538CB6-E892-426C-90D2-B37E66AEEE03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78555201-0DA8-4AB1-8682-724BFDB22AD1}" type="presOf" srcId="{8CC0D654-A65E-4728-ABA0-A7BC315C6332}" destId="{AC712524-D027-4269-AD10-DEED65870DDB}" srcOrd="0" destOrd="0" presId="urn:microsoft.com/office/officeart/2005/8/layout/vProcess5"/>
    <dgm:cxn modelId="{64DFB110-1FC0-4031-8997-66FDF926EC06}" type="presOf" srcId="{70538CB6-E892-426C-90D2-B37E66AEEE03}" destId="{961BC584-AB98-42BA-AFCE-8583B996226D}" srcOrd="0" destOrd="0" presId="urn:microsoft.com/office/officeart/2005/8/layout/vProcess5"/>
    <dgm:cxn modelId="{81BF8523-C185-40C8-AD21-9220D3A82FA2}" type="presOf" srcId="{513A2D45-44CE-4FEC-9EE5-B65EBC9258DD}" destId="{DCB6834A-9A46-457F-B13D-B355348CF8EF}" srcOrd="0" destOrd="0" presId="urn:microsoft.com/office/officeart/2005/8/layout/vProcess5"/>
    <dgm:cxn modelId="{6369A426-FEEF-4A1D-ACA1-BB0A765953DD}" type="presOf" srcId="{6B502914-3EE3-4E63-B539-0A45EAACF459}" destId="{6EE8FEAF-EABE-4E9A-9612-4703400D68BB}" srcOrd="0" destOrd="0" presId="urn:microsoft.com/office/officeart/2005/8/layout/vProcess5"/>
    <dgm:cxn modelId="{BBC8E02B-1671-4B17-BE0F-A7E38B688BDA}" srcId="{70538CB6-E892-426C-90D2-B37E66AEEE03}" destId="{738F8E57-7FF6-4BBA-986D-B178FE988716}" srcOrd="4" destOrd="0" parTransId="{E69846E0-B3CA-4A5F-8A40-D29E86BD9ABC}" sibTransId="{A7F717AC-022E-49E3-882C-0960806BF5F9}"/>
    <dgm:cxn modelId="{180B3734-D765-4D91-8883-48C1F64EF7A4}" srcId="{70538CB6-E892-426C-90D2-B37E66AEEE03}" destId="{A65D807B-DB1D-43C2-B463-782F955CA154}" srcOrd="1" destOrd="0" parTransId="{D00C4A7F-42FC-4721-BF47-60934759BC31}" sibTransId="{C5293D49-CAF7-4076-9728-CD2688D74218}"/>
    <dgm:cxn modelId="{A9937237-9C0C-4E40-B26C-36DBFD0EEF3E}" type="presOf" srcId="{C5293D49-CAF7-4076-9728-CD2688D74218}" destId="{DFC52A7D-D65A-457B-A0C2-C64572C84A88}" srcOrd="0" destOrd="0" presId="urn:microsoft.com/office/officeart/2005/8/layout/vProcess5"/>
    <dgm:cxn modelId="{4FB94566-8709-4F37-BC6B-A9B4A8370FFA}" type="presOf" srcId="{6B502914-3EE3-4E63-B539-0A45EAACF459}" destId="{588AEC36-750A-4ADE-9B66-52836C1BE5A6}" srcOrd="1" destOrd="0" presId="urn:microsoft.com/office/officeart/2005/8/layout/vProcess5"/>
    <dgm:cxn modelId="{D6F7466C-B2B0-4F88-9ECB-716C209AE980}" type="presOf" srcId="{738F8E57-7FF6-4BBA-986D-B178FE988716}" destId="{1CCD3D8A-E7B4-43D5-8C38-AF1D5598133F}" srcOrd="0" destOrd="0" presId="urn:microsoft.com/office/officeart/2005/8/layout/vProcess5"/>
    <dgm:cxn modelId="{46339157-6F1D-46F3-85E6-F77239C09CD6}" srcId="{70538CB6-E892-426C-90D2-B37E66AEEE03}" destId="{6B502914-3EE3-4E63-B539-0A45EAACF459}" srcOrd="2" destOrd="0" parTransId="{A37EC81A-6910-4033-9020-39D5B4838B07}" sibTransId="{8B38B017-8D3D-48A7-B42D-63CB1E87A7C1}"/>
    <dgm:cxn modelId="{74670586-EA35-4A48-8E42-CA4450354C8C}" srcId="{70538CB6-E892-426C-90D2-B37E66AEEE03}" destId="{F545D0F8-6DC3-42E0-89CB-D5B99AC0BDDA}" srcOrd="3" destOrd="0" parTransId="{344C3F95-04E1-4435-A1D7-A171305D240E}" sibTransId="{513A2D45-44CE-4FEC-9EE5-B65EBC9258DD}"/>
    <dgm:cxn modelId="{F44ADA91-602A-43B6-ADB0-F0FA1477D20F}" type="presOf" srcId="{F545D0F8-6DC3-42E0-89CB-D5B99AC0BDDA}" destId="{5EF732E7-76FD-47EE-BCDB-B80559A8D33C}" srcOrd="1" destOrd="0" presId="urn:microsoft.com/office/officeart/2005/8/layout/vProcess5"/>
    <dgm:cxn modelId="{84E54094-1A85-4E76-95C0-66F01D8CDDBE}" srcId="{70538CB6-E892-426C-90D2-B37E66AEEE03}" destId="{8CC0D654-A65E-4728-ABA0-A7BC315C6332}" srcOrd="0" destOrd="0" parTransId="{31A374C5-E769-4938-BAF0-69CD3B0D194B}" sibTransId="{2ED04D46-5FDF-4E89-A143-89E4129227E1}"/>
    <dgm:cxn modelId="{0B0CA6A7-48CA-4BA7-A09C-29128E43E2CF}" type="presOf" srcId="{8CC0D654-A65E-4728-ABA0-A7BC315C6332}" destId="{70BD044B-C77F-4E04-AF38-F7C43DCF0907}" srcOrd="1" destOrd="0" presId="urn:microsoft.com/office/officeart/2005/8/layout/vProcess5"/>
    <dgm:cxn modelId="{D8A363B5-F2A4-47A0-B664-59B1F62B1DDA}" type="presOf" srcId="{8B38B017-8D3D-48A7-B42D-63CB1E87A7C1}" destId="{B24256D0-DFA7-461B-B601-40C2FC966DC2}" srcOrd="0" destOrd="0" presId="urn:microsoft.com/office/officeart/2005/8/layout/vProcess5"/>
    <dgm:cxn modelId="{DE6552C4-6FCF-4D8A-8A72-24289F12E60A}" type="presOf" srcId="{A65D807B-DB1D-43C2-B463-782F955CA154}" destId="{0A685CBC-E374-4072-A336-6237E4DBF1EC}" srcOrd="0" destOrd="0" presId="urn:microsoft.com/office/officeart/2005/8/layout/vProcess5"/>
    <dgm:cxn modelId="{3418F5C9-B1DD-40A6-BCF6-A9B319CBEF0E}" type="presOf" srcId="{2ED04D46-5FDF-4E89-A143-89E4129227E1}" destId="{6BCF7279-D9D4-4A50-BC06-FDD171509D3C}" srcOrd="0" destOrd="0" presId="urn:microsoft.com/office/officeart/2005/8/layout/vProcess5"/>
    <dgm:cxn modelId="{306DCDCA-1D01-45C7-AD44-60568309E4F2}" type="presOf" srcId="{738F8E57-7FF6-4BBA-986D-B178FE988716}" destId="{BF61910D-0BFA-474F-9E66-C2CD3609B045}" srcOrd="1" destOrd="0" presId="urn:microsoft.com/office/officeart/2005/8/layout/vProcess5"/>
    <dgm:cxn modelId="{6C5BFADB-B48D-4507-817E-A6916BD47FF9}" type="presOf" srcId="{F545D0F8-6DC3-42E0-89CB-D5B99AC0BDDA}" destId="{A25DD1DF-83BE-4505-938E-9AABD609CBD4}" srcOrd="0" destOrd="0" presId="urn:microsoft.com/office/officeart/2005/8/layout/vProcess5"/>
    <dgm:cxn modelId="{3DBEA6E6-697E-4836-BC87-FC1CBF6FFE6E}" type="presOf" srcId="{A65D807B-DB1D-43C2-B463-782F955CA154}" destId="{62D31548-1919-4D1D-BCAD-6308E56BB19F}" srcOrd="1" destOrd="0" presId="urn:microsoft.com/office/officeart/2005/8/layout/vProcess5"/>
    <dgm:cxn modelId="{A796B4FE-0F7A-4FC4-9007-52ECEDE9DD77}" type="presParOf" srcId="{961BC584-AB98-42BA-AFCE-8583B996226D}" destId="{7A193FA0-0414-41C0-B0B6-C083A524AB12}" srcOrd="0" destOrd="0" presId="urn:microsoft.com/office/officeart/2005/8/layout/vProcess5"/>
    <dgm:cxn modelId="{1DFE59E8-8DA0-435E-B2E8-3B323000903C}" type="presParOf" srcId="{961BC584-AB98-42BA-AFCE-8583B996226D}" destId="{AC712524-D027-4269-AD10-DEED65870DDB}" srcOrd="1" destOrd="0" presId="urn:microsoft.com/office/officeart/2005/8/layout/vProcess5"/>
    <dgm:cxn modelId="{86254952-0734-493A-8585-4EB0CCDC5EE6}" type="presParOf" srcId="{961BC584-AB98-42BA-AFCE-8583B996226D}" destId="{0A685CBC-E374-4072-A336-6237E4DBF1EC}" srcOrd="2" destOrd="0" presId="urn:microsoft.com/office/officeart/2005/8/layout/vProcess5"/>
    <dgm:cxn modelId="{B4E4FD47-6E1B-4482-BEF1-9D21F5F40472}" type="presParOf" srcId="{961BC584-AB98-42BA-AFCE-8583B996226D}" destId="{6EE8FEAF-EABE-4E9A-9612-4703400D68BB}" srcOrd="3" destOrd="0" presId="urn:microsoft.com/office/officeart/2005/8/layout/vProcess5"/>
    <dgm:cxn modelId="{56AAB373-390C-4C49-B458-3C993DF541AD}" type="presParOf" srcId="{961BC584-AB98-42BA-AFCE-8583B996226D}" destId="{A25DD1DF-83BE-4505-938E-9AABD609CBD4}" srcOrd="4" destOrd="0" presId="urn:microsoft.com/office/officeart/2005/8/layout/vProcess5"/>
    <dgm:cxn modelId="{DA23FA26-BC97-46F5-B78B-E775A2B9ED92}" type="presParOf" srcId="{961BC584-AB98-42BA-AFCE-8583B996226D}" destId="{1CCD3D8A-E7B4-43D5-8C38-AF1D5598133F}" srcOrd="5" destOrd="0" presId="urn:microsoft.com/office/officeart/2005/8/layout/vProcess5"/>
    <dgm:cxn modelId="{56D0B67B-2CCD-4357-A42A-1D66615077DD}" type="presParOf" srcId="{961BC584-AB98-42BA-AFCE-8583B996226D}" destId="{6BCF7279-D9D4-4A50-BC06-FDD171509D3C}" srcOrd="6" destOrd="0" presId="urn:microsoft.com/office/officeart/2005/8/layout/vProcess5"/>
    <dgm:cxn modelId="{06A42381-EA75-4AB5-8BEB-0B3EA75EB6BD}" type="presParOf" srcId="{961BC584-AB98-42BA-AFCE-8583B996226D}" destId="{DFC52A7D-D65A-457B-A0C2-C64572C84A88}" srcOrd="7" destOrd="0" presId="urn:microsoft.com/office/officeart/2005/8/layout/vProcess5"/>
    <dgm:cxn modelId="{4A11D3B3-30CC-4329-8C3F-7D5CC3DD3980}" type="presParOf" srcId="{961BC584-AB98-42BA-AFCE-8583B996226D}" destId="{B24256D0-DFA7-461B-B601-40C2FC966DC2}" srcOrd="8" destOrd="0" presId="urn:microsoft.com/office/officeart/2005/8/layout/vProcess5"/>
    <dgm:cxn modelId="{B29383A9-747E-46DE-ACE9-FE38E5AE5B48}" type="presParOf" srcId="{961BC584-AB98-42BA-AFCE-8583B996226D}" destId="{DCB6834A-9A46-457F-B13D-B355348CF8EF}" srcOrd="9" destOrd="0" presId="urn:microsoft.com/office/officeart/2005/8/layout/vProcess5"/>
    <dgm:cxn modelId="{8FF50593-73B5-48B3-B3EA-C1558637C147}" type="presParOf" srcId="{961BC584-AB98-42BA-AFCE-8583B996226D}" destId="{70BD044B-C77F-4E04-AF38-F7C43DCF0907}" srcOrd="10" destOrd="0" presId="urn:microsoft.com/office/officeart/2005/8/layout/vProcess5"/>
    <dgm:cxn modelId="{E2B6AE2F-FE2A-4E1F-88F8-F076DFF97919}" type="presParOf" srcId="{961BC584-AB98-42BA-AFCE-8583B996226D}" destId="{62D31548-1919-4D1D-BCAD-6308E56BB19F}" srcOrd="11" destOrd="0" presId="urn:microsoft.com/office/officeart/2005/8/layout/vProcess5"/>
    <dgm:cxn modelId="{B11F1465-1FF3-4354-A210-9564BD643C5F}" type="presParOf" srcId="{961BC584-AB98-42BA-AFCE-8583B996226D}" destId="{588AEC36-750A-4ADE-9B66-52836C1BE5A6}" srcOrd="12" destOrd="0" presId="urn:microsoft.com/office/officeart/2005/8/layout/vProcess5"/>
    <dgm:cxn modelId="{026A8976-4CF6-40ED-BE8F-0F02855DFD2C}" type="presParOf" srcId="{961BC584-AB98-42BA-AFCE-8583B996226D}" destId="{5EF732E7-76FD-47EE-BCDB-B80559A8D33C}" srcOrd="13" destOrd="0" presId="urn:microsoft.com/office/officeart/2005/8/layout/vProcess5"/>
    <dgm:cxn modelId="{B1CE436D-22E0-4648-BF28-232989F8371D}" type="presParOf" srcId="{961BC584-AB98-42BA-AFCE-8583B996226D}" destId="{BF61910D-0BFA-474F-9E66-C2CD3609B045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2767F2C-8EAE-47B3-98D5-20ABC391EC6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470A55F3-E4E7-44B6-A7D4-E9E9AC13D29C}">
      <dgm:prSet/>
      <dgm:spPr/>
      <dgm:t>
        <a:bodyPr/>
        <a:lstStyle/>
        <a:p>
          <a:r>
            <a:rPr lang="en-US"/>
            <a:t>Waterfall: sequential phases, extensive upfront planning, and later-stage change can be costly.</a:t>
          </a:r>
        </a:p>
      </dgm:t>
    </dgm:pt>
    <dgm:pt modelId="{8D0F660E-8E1F-4E8C-A7C8-6C6B19FC1191}" type="parTrans" cxnId="{930F38D9-A79F-48D1-8A71-F099EDA82A12}">
      <dgm:prSet/>
      <dgm:spPr/>
      <dgm:t>
        <a:bodyPr/>
        <a:lstStyle/>
        <a:p>
          <a:endParaRPr lang="en-US"/>
        </a:p>
      </dgm:t>
    </dgm:pt>
    <dgm:pt modelId="{9289AC48-6D0A-4221-9F5C-C60C96DF834C}" type="sibTrans" cxnId="{930F38D9-A79F-48D1-8A71-F099EDA82A12}">
      <dgm:prSet/>
      <dgm:spPr/>
      <dgm:t>
        <a:bodyPr/>
        <a:lstStyle/>
        <a:p>
          <a:endParaRPr lang="en-US"/>
        </a:p>
      </dgm:t>
    </dgm:pt>
    <dgm:pt modelId="{EBC37BA5-E03E-4158-ABA1-3FD48B7EECFD}">
      <dgm:prSet/>
      <dgm:spPr/>
      <dgm:t>
        <a:bodyPr/>
        <a:lstStyle/>
        <a:p>
          <a:r>
            <a:rPr lang="en-US"/>
            <a:t>Agile: iterative delivery, frequent feedback, and reprioritization between Sprints.</a:t>
          </a:r>
        </a:p>
      </dgm:t>
    </dgm:pt>
    <dgm:pt modelId="{23FD7BF2-E7F6-4D11-BCED-9CE673F16B4F}" type="parTrans" cxnId="{A214DAC7-8692-4438-9E34-D90D6D3C6886}">
      <dgm:prSet/>
      <dgm:spPr/>
      <dgm:t>
        <a:bodyPr/>
        <a:lstStyle/>
        <a:p>
          <a:endParaRPr lang="en-US"/>
        </a:p>
      </dgm:t>
    </dgm:pt>
    <dgm:pt modelId="{841EA744-406A-4E73-A139-636B49DC6382}" type="sibTrans" cxnId="{A214DAC7-8692-4438-9E34-D90D6D3C6886}">
      <dgm:prSet/>
      <dgm:spPr/>
      <dgm:t>
        <a:bodyPr/>
        <a:lstStyle/>
        <a:p>
          <a:endParaRPr lang="en-US"/>
        </a:p>
      </dgm:t>
    </dgm:pt>
    <dgm:pt modelId="{E6EEBA4B-079A-4E9B-B5AA-7CADB274C458}">
      <dgm:prSet/>
      <dgm:spPr/>
      <dgm:t>
        <a:bodyPr/>
        <a:lstStyle/>
        <a:p>
          <a:r>
            <a:rPr lang="en-US"/>
            <a:t>Example: a change to destination details may be moved up the backlog in Agile.</a:t>
          </a:r>
        </a:p>
      </dgm:t>
    </dgm:pt>
    <dgm:pt modelId="{5AB56F31-5211-4BE9-A6B5-EF45D6943E10}" type="parTrans" cxnId="{62F0D275-E8E3-421D-8F4E-F5C5F9AF5F98}">
      <dgm:prSet/>
      <dgm:spPr/>
      <dgm:t>
        <a:bodyPr/>
        <a:lstStyle/>
        <a:p>
          <a:endParaRPr lang="en-US"/>
        </a:p>
      </dgm:t>
    </dgm:pt>
    <dgm:pt modelId="{C6B16904-C5D4-4211-AA67-2F764A3CD5DA}" type="sibTrans" cxnId="{62F0D275-E8E3-421D-8F4E-F5C5F9AF5F98}">
      <dgm:prSet/>
      <dgm:spPr/>
      <dgm:t>
        <a:bodyPr/>
        <a:lstStyle/>
        <a:p>
          <a:endParaRPr lang="en-US"/>
        </a:p>
      </dgm:t>
    </dgm:pt>
    <dgm:pt modelId="{AA9C8861-7247-475F-8BFC-077B7A241ACF}">
      <dgm:prSet/>
      <dgm:spPr/>
      <dgm:t>
        <a:bodyPr/>
        <a:lstStyle/>
        <a:p>
          <a:r>
            <a:rPr lang="en-US"/>
            <a:t>In Waterfall, the same change could require revisiting approved requirements, design, and schedule.</a:t>
          </a:r>
        </a:p>
      </dgm:t>
    </dgm:pt>
    <dgm:pt modelId="{75D4A875-8151-435A-BEFD-DA9B0096BFF3}" type="parTrans" cxnId="{6CAD9110-7279-44E3-86C5-C23607901F59}">
      <dgm:prSet/>
      <dgm:spPr/>
      <dgm:t>
        <a:bodyPr/>
        <a:lstStyle/>
        <a:p>
          <a:endParaRPr lang="en-US"/>
        </a:p>
      </dgm:t>
    </dgm:pt>
    <dgm:pt modelId="{3AE75934-4B84-4F82-8F40-1B4945B989F0}" type="sibTrans" cxnId="{6CAD9110-7279-44E3-86C5-C23607901F59}">
      <dgm:prSet/>
      <dgm:spPr/>
      <dgm:t>
        <a:bodyPr/>
        <a:lstStyle/>
        <a:p>
          <a:endParaRPr lang="en-US"/>
        </a:p>
      </dgm:t>
    </dgm:pt>
    <dgm:pt modelId="{FC924F6E-8835-4E9A-83B7-2797C5FFBD76}" type="pres">
      <dgm:prSet presAssocID="{02767F2C-8EAE-47B3-98D5-20ABC391EC65}" presName="linear" presStyleCnt="0">
        <dgm:presLayoutVars>
          <dgm:animLvl val="lvl"/>
          <dgm:resizeHandles val="exact"/>
        </dgm:presLayoutVars>
      </dgm:prSet>
      <dgm:spPr/>
    </dgm:pt>
    <dgm:pt modelId="{9E500BE2-E39E-4416-B725-C4A2D05714B9}" type="pres">
      <dgm:prSet presAssocID="{470A55F3-E4E7-44B6-A7D4-E9E9AC13D29C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C2AD4D25-0634-498A-919F-6FF218130BD2}" type="pres">
      <dgm:prSet presAssocID="{9289AC48-6D0A-4221-9F5C-C60C96DF834C}" presName="spacer" presStyleCnt="0"/>
      <dgm:spPr/>
    </dgm:pt>
    <dgm:pt modelId="{398D9DF9-7E5D-41E8-8AF7-BA4F143ECDB7}" type="pres">
      <dgm:prSet presAssocID="{EBC37BA5-E03E-4158-ABA1-3FD48B7EECFD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A06F5880-E2E9-4D20-90E7-D233B18A9E56}" type="pres">
      <dgm:prSet presAssocID="{841EA744-406A-4E73-A139-636B49DC6382}" presName="spacer" presStyleCnt="0"/>
      <dgm:spPr/>
    </dgm:pt>
    <dgm:pt modelId="{C84B1414-F83C-44AE-B9A8-9B7D331EE587}" type="pres">
      <dgm:prSet presAssocID="{E6EEBA4B-079A-4E9B-B5AA-7CADB274C45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E86FE2A-A859-42DB-9F83-FA1C18A26884}" type="pres">
      <dgm:prSet presAssocID="{C6B16904-C5D4-4211-AA67-2F764A3CD5DA}" presName="spacer" presStyleCnt="0"/>
      <dgm:spPr/>
    </dgm:pt>
    <dgm:pt modelId="{A538538C-7572-49C8-8461-FB065D36A10E}" type="pres">
      <dgm:prSet presAssocID="{AA9C8861-7247-475F-8BFC-077B7A241AC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6CE2C803-78B5-4311-9845-EE6B83EA3DE5}" type="presOf" srcId="{470A55F3-E4E7-44B6-A7D4-E9E9AC13D29C}" destId="{9E500BE2-E39E-4416-B725-C4A2D05714B9}" srcOrd="0" destOrd="0" presId="urn:microsoft.com/office/officeart/2005/8/layout/vList2"/>
    <dgm:cxn modelId="{6CAD9110-7279-44E3-86C5-C23607901F59}" srcId="{02767F2C-8EAE-47B3-98D5-20ABC391EC65}" destId="{AA9C8861-7247-475F-8BFC-077B7A241ACF}" srcOrd="3" destOrd="0" parTransId="{75D4A875-8151-435A-BEFD-DA9B0096BFF3}" sibTransId="{3AE75934-4B84-4F82-8F40-1B4945B989F0}"/>
    <dgm:cxn modelId="{60067641-6A05-4D46-8AAF-E1C7A557DDB4}" type="presOf" srcId="{AA9C8861-7247-475F-8BFC-077B7A241ACF}" destId="{A538538C-7572-49C8-8461-FB065D36A10E}" srcOrd="0" destOrd="0" presId="urn:microsoft.com/office/officeart/2005/8/layout/vList2"/>
    <dgm:cxn modelId="{62F0D275-E8E3-421D-8F4E-F5C5F9AF5F98}" srcId="{02767F2C-8EAE-47B3-98D5-20ABC391EC65}" destId="{E6EEBA4B-079A-4E9B-B5AA-7CADB274C458}" srcOrd="2" destOrd="0" parTransId="{5AB56F31-5211-4BE9-A6B5-EF45D6943E10}" sibTransId="{C6B16904-C5D4-4211-AA67-2F764A3CD5DA}"/>
    <dgm:cxn modelId="{50833E7D-8A85-4D1E-A50F-4D2B4607FE8A}" type="presOf" srcId="{EBC37BA5-E03E-4158-ABA1-3FD48B7EECFD}" destId="{398D9DF9-7E5D-41E8-8AF7-BA4F143ECDB7}" srcOrd="0" destOrd="0" presId="urn:microsoft.com/office/officeart/2005/8/layout/vList2"/>
    <dgm:cxn modelId="{380DC58D-85D2-4DB8-A660-B476DE3F1DC5}" type="presOf" srcId="{E6EEBA4B-079A-4E9B-B5AA-7CADB274C458}" destId="{C84B1414-F83C-44AE-B9A8-9B7D331EE587}" srcOrd="0" destOrd="0" presId="urn:microsoft.com/office/officeart/2005/8/layout/vList2"/>
    <dgm:cxn modelId="{A214DAC7-8692-4438-9E34-D90D6D3C6886}" srcId="{02767F2C-8EAE-47B3-98D5-20ABC391EC65}" destId="{EBC37BA5-E03E-4158-ABA1-3FD48B7EECFD}" srcOrd="1" destOrd="0" parTransId="{23FD7BF2-E7F6-4D11-BCED-9CE673F16B4F}" sibTransId="{841EA744-406A-4E73-A139-636B49DC6382}"/>
    <dgm:cxn modelId="{930F38D9-A79F-48D1-8A71-F099EDA82A12}" srcId="{02767F2C-8EAE-47B3-98D5-20ABC391EC65}" destId="{470A55F3-E4E7-44B6-A7D4-E9E9AC13D29C}" srcOrd="0" destOrd="0" parTransId="{8D0F660E-8E1F-4E8C-A7C8-6C6B19FC1191}" sibTransId="{9289AC48-6D0A-4221-9F5C-C60C96DF834C}"/>
    <dgm:cxn modelId="{2526BAF9-4DF1-453F-8F39-FAD6B4659601}" type="presOf" srcId="{02767F2C-8EAE-47B3-98D5-20ABC391EC65}" destId="{FC924F6E-8835-4E9A-83B7-2797C5FFBD76}" srcOrd="0" destOrd="0" presId="urn:microsoft.com/office/officeart/2005/8/layout/vList2"/>
    <dgm:cxn modelId="{E22B2C61-E4ED-4E0A-9107-1717DC5933AF}" type="presParOf" srcId="{FC924F6E-8835-4E9A-83B7-2797C5FFBD76}" destId="{9E500BE2-E39E-4416-B725-C4A2D05714B9}" srcOrd="0" destOrd="0" presId="urn:microsoft.com/office/officeart/2005/8/layout/vList2"/>
    <dgm:cxn modelId="{BCCBD0DA-4F7D-4B08-9CB3-01FDA357BB9C}" type="presParOf" srcId="{FC924F6E-8835-4E9A-83B7-2797C5FFBD76}" destId="{C2AD4D25-0634-498A-919F-6FF218130BD2}" srcOrd="1" destOrd="0" presId="urn:microsoft.com/office/officeart/2005/8/layout/vList2"/>
    <dgm:cxn modelId="{9C758D1C-BD81-405A-9CE3-FD88EFF5769E}" type="presParOf" srcId="{FC924F6E-8835-4E9A-83B7-2797C5FFBD76}" destId="{398D9DF9-7E5D-41E8-8AF7-BA4F143ECDB7}" srcOrd="2" destOrd="0" presId="urn:microsoft.com/office/officeart/2005/8/layout/vList2"/>
    <dgm:cxn modelId="{B410EF90-EFD0-45A7-9A3F-7B100BB2C151}" type="presParOf" srcId="{FC924F6E-8835-4E9A-83B7-2797C5FFBD76}" destId="{A06F5880-E2E9-4D20-90E7-D233B18A9E56}" srcOrd="3" destOrd="0" presId="urn:microsoft.com/office/officeart/2005/8/layout/vList2"/>
    <dgm:cxn modelId="{2AEA7BC5-B239-4819-AB7E-E93124F178B8}" type="presParOf" srcId="{FC924F6E-8835-4E9A-83B7-2797C5FFBD76}" destId="{C84B1414-F83C-44AE-B9A8-9B7D331EE587}" srcOrd="4" destOrd="0" presId="urn:microsoft.com/office/officeart/2005/8/layout/vList2"/>
    <dgm:cxn modelId="{423EC890-751D-499A-850A-354080524514}" type="presParOf" srcId="{FC924F6E-8835-4E9A-83B7-2797C5FFBD76}" destId="{4E86FE2A-A859-42DB-9F83-FA1C18A26884}" srcOrd="5" destOrd="0" presId="urn:microsoft.com/office/officeart/2005/8/layout/vList2"/>
    <dgm:cxn modelId="{57842BC2-BA44-43F5-97CC-14D7BC0D45DC}" type="presParOf" srcId="{FC924F6E-8835-4E9A-83B7-2797C5FFBD76}" destId="{A538538C-7572-49C8-8461-FB065D36A10E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BCE1191-1393-4079-B434-F40FA1E8C6F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4F60186-09C9-4943-8B29-ADA7D8A3A10C}">
      <dgm:prSet/>
      <dgm:spPr/>
      <dgm:t>
        <a:bodyPr/>
        <a:lstStyle/>
        <a:p>
          <a:r>
            <a:rPr lang="en-US"/>
            <a:t>Jira or Azure Boards: organize stories, priorities, tasks, status, and blockers.</a:t>
          </a:r>
        </a:p>
      </dgm:t>
    </dgm:pt>
    <dgm:pt modelId="{0E843E2B-C5D2-4835-A733-EE4FB3281C5B}" type="parTrans" cxnId="{BDBD1EF5-EFEF-4980-BB2F-1441864700E1}">
      <dgm:prSet/>
      <dgm:spPr/>
      <dgm:t>
        <a:bodyPr/>
        <a:lstStyle/>
        <a:p>
          <a:endParaRPr lang="en-US"/>
        </a:p>
      </dgm:t>
    </dgm:pt>
    <dgm:pt modelId="{70EF4B8F-4614-47A5-8C82-372B9936218A}" type="sibTrans" cxnId="{BDBD1EF5-EFEF-4980-BB2F-1441864700E1}">
      <dgm:prSet/>
      <dgm:spPr/>
      <dgm:t>
        <a:bodyPr/>
        <a:lstStyle/>
        <a:p>
          <a:endParaRPr lang="en-US"/>
        </a:p>
      </dgm:t>
    </dgm:pt>
    <dgm:pt modelId="{EB182CC8-5FD2-4AD0-84CB-2A1567E62C59}">
      <dgm:prSet/>
      <dgm:spPr/>
      <dgm:t>
        <a:bodyPr/>
        <a:lstStyle/>
        <a:p>
          <a:r>
            <a:rPr lang="en-US"/>
            <a:t>Sprint Planning: agree on the goal and select achievable work.</a:t>
          </a:r>
        </a:p>
      </dgm:t>
    </dgm:pt>
    <dgm:pt modelId="{11F32A99-417C-449B-96AF-DB72110ECA14}" type="parTrans" cxnId="{739C72E9-A36B-41FC-826D-969D0E293A76}">
      <dgm:prSet/>
      <dgm:spPr/>
      <dgm:t>
        <a:bodyPr/>
        <a:lstStyle/>
        <a:p>
          <a:endParaRPr lang="en-US"/>
        </a:p>
      </dgm:t>
    </dgm:pt>
    <dgm:pt modelId="{9C235842-7D0C-48D0-BE59-6731CECBCBAA}" type="sibTrans" cxnId="{739C72E9-A36B-41FC-826D-969D0E293A76}">
      <dgm:prSet/>
      <dgm:spPr/>
      <dgm:t>
        <a:bodyPr/>
        <a:lstStyle/>
        <a:p>
          <a:endParaRPr lang="en-US"/>
        </a:p>
      </dgm:t>
    </dgm:pt>
    <dgm:pt modelId="{7700E202-EDE4-4214-B692-E211FA2CF840}">
      <dgm:prSet/>
      <dgm:spPr/>
      <dgm:t>
        <a:bodyPr/>
        <a:lstStyle/>
        <a:p>
          <a:r>
            <a:rPr lang="en-US"/>
            <a:t>Daily Scrum: inspect progress and adapt the Developers’ plan.</a:t>
          </a:r>
        </a:p>
      </dgm:t>
    </dgm:pt>
    <dgm:pt modelId="{A0028C40-E7C3-4180-990B-B6B22A0DF559}" type="parTrans" cxnId="{8C87F317-26CC-415E-BB58-84EE07BD288F}">
      <dgm:prSet/>
      <dgm:spPr/>
      <dgm:t>
        <a:bodyPr/>
        <a:lstStyle/>
        <a:p>
          <a:endParaRPr lang="en-US"/>
        </a:p>
      </dgm:t>
    </dgm:pt>
    <dgm:pt modelId="{3F73769D-7DD3-432D-ADAB-DEE9B2848785}" type="sibTrans" cxnId="{8C87F317-26CC-415E-BB58-84EE07BD288F}">
      <dgm:prSet/>
      <dgm:spPr/>
      <dgm:t>
        <a:bodyPr/>
        <a:lstStyle/>
        <a:p>
          <a:endParaRPr lang="en-US"/>
        </a:p>
      </dgm:t>
    </dgm:pt>
    <dgm:pt modelId="{BB2892DE-ED78-4499-A97E-F660D1D5A8EA}">
      <dgm:prSet/>
      <dgm:spPr/>
      <dgm:t>
        <a:bodyPr/>
        <a:lstStyle/>
        <a:p>
          <a:r>
            <a:rPr lang="en-US"/>
            <a:t>Sprint Review: inspect the increment and gather stakeholder feedback.</a:t>
          </a:r>
        </a:p>
      </dgm:t>
    </dgm:pt>
    <dgm:pt modelId="{5672099F-0052-4228-83B1-BB919C1B36D2}" type="parTrans" cxnId="{11390B4E-C98C-412A-8313-F14736E349D5}">
      <dgm:prSet/>
      <dgm:spPr/>
      <dgm:t>
        <a:bodyPr/>
        <a:lstStyle/>
        <a:p>
          <a:endParaRPr lang="en-US"/>
        </a:p>
      </dgm:t>
    </dgm:pt>
    <dgm:pt modelId="{A83FEEF4-D7C9-45DA-98C5-15013AD96A8F}" type="sibTrans" cxnId="{11390B4E-C98C-412A-8313-F14736E349D5}">
      <dgm:prSet/>
      <dgm:spPr/>
      <dgm:t>
        <a:bodyPr/>
        <a:lstStyle/>
        <a:p>
          <a:endParaRPr lang="en-US"/>
        </a:p>
      </dgm:t>
    </dgm:pt>
    <dgm:pt modelId="{1E3A9996-A99A-4828-90B8-C0E9AC6D818C}">
      <dgm:prSet/>
      <dgm:spPr/>
      <dgm:t>
        <a:bodyPr/>
        <a:lstStyle/>
        <a:p>
          <a:r>
            <a:rPr lang="en-US"/>
            <a:t>Retrospective: identify improvements to collaboration and workflow.</a:t>
          </a:r>
        </a:p>
      </dgm:t>
    </dgm:pt>
    <dgm:pt modelId="{CCD68344-8675-4534-874A-DACB658EB6D8}" type="parTrans" cxnId="{6F525FE0-249B-4B7F-B96D-7D56EEF50979}">
      <dgm:prSet/>
      <dgm:spPr/>
      <dgm:t>
        <a:bodyPr/>
        <a:lstStyle/>
        <a:p>
          <a:endParaRPr lang="en-US"/>
        </a:p>
      </dgm:t>
    </dgm:pt>
    <dgm:pt modelId="{351829AA-8384-4A3F-B0FF-C8076F4B7F1B}" type="sibTrans" cxnId="{6F525FE0-249B-4B7F-B96D-7D56EEF50979}">
      <dgm:prSet/>
      <dgm:spPr/>
      <dgm:t>
        <a:bodyPr/>
        <a:lstStyle/>
        <a:p>
          <a:endParaRPr lang="en-US"/>
        </a:p>
      </dgm:t>
    </dgm:pt>
    <dgm:pt modelId="{8BB9ECAB-4F9C-4052-B9B1-A6F235917190}" type="pres">
      <dgm:prSet presAssocID="{3BCE1191-1393-4079-B434-F40FA1E8C6FB}" presName="linear" presStyleCnt="0">
        <dgm:presLayoutVars>
          <dgm:animLvl val="lvl"/>
          <dgm:resizeHandles val="exact"/>
        </dgm:presLayoutVars>
      </dgm:prSet>
      <dgm:spPr/>
    </dgm:pt>
    <dgm:pt modelId="{592FC0EB-59D6-4C1E-9693-A134FF7D4A60}" type="pres">
      <dgm:prSet presAssocID="{74F60186-09C9-4943-8B29-ADA7D8A3A10C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91755EB0-DDAE-4564-9A7A-0A4ED0E90CFF}" type="pres">
      <dgm:prSet presAssocID="{70EF4B8F-4614-47A5-8C82-372B9936218A}" presName="spacer" presStyleCnt="0"/>
      <dgm:spPr/>
    </dgm:pt>
    <dgm:pt modelId="{9E34DF7E-E454-4D44-8297-A55B3168D379}" type="pres">
      <dgm:prSet presAssocID="{EB182CC8-5FD2-4AD0-84CB-2A1567E62C59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30016AD-596C-4EFA-BCB8-228895F44B8D}" type="pres">
      <dgm:prSet presAssocID="{9C235842-7D0C-48D0-BE59-6731CECBCBAA}" presName="spacer" presStyleCnt="0"/>
      <dgm:spPr/>
    </dgm:pt>
    <dgm:pt modelId="{A2258761-8E89-4C6B-A7F3-E1195C4DE3C8}" type="pres">
      <dgm:prSet presAssocID="{7700E202-EDE4-4214-B692-E211FA2CF840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938616D-26E6-4598-A1FB-B945A57EB291}" type="pres">
      <dgm:prSet presAssocID="{3F73769D-7DD3-432D-ADAB-DEE9B2848785}" presName="spacer" presStyleCnt="0"/>
      <dgm:spPr/>
    </dgm:pt>
    <dgm:pt modelId="{BB960895-EF4D-4578-94E6-A4C5B8F4E45C}" type="pres">
      <dgm:prSet presAssocID="{BB2892DE-ED78-4499-A97E-F660D1D5A8EA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CC98D90D-2DBE-4484-A5DE-EE837016FEE8}" type="pres">
      <dgm:prSet presAssocID="{A83FEEF4-D7C9-45DA-98C5-15013AD96A8F}" presName="spacer" presStyleCnt="0"/>
      <dgm:spPr/>
    </dgm:pt>
    <dgm:pt modelId="{E8D0FCE1-6D72-4951-AE93-6180220A32C9}" type="pres">
      <dgm:prSet presAssocID="{1E3A9996-A99A-4828-90B8-C0E9AC6D818C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BF98DF11-1175-4723-BB25-8DA7D682683B}" type="presOf" srcId="{74F60186-09C9-4943-8B29-ADA7D8A3A10C}" destId="{592FC0EB-59D6-4C1E-9693-A134FF7D4A60}" srcOrd="0" destOrd="0" presId="urn:microsoft.com/office/officeart/2005/8/layout/vList2"/>
    <dgm:cxn modelId="{8C87F317-26CC-415E-BB58-84EE07BD288F}" srcId="{3BCE1191-1393-4079-B434-F40FA1E8C6FB}" destId="{7700E202-EDE4-4214-B692-E211FA2CF840}" srcOrd="2" destOrd="0" parTransId="{A0028C40-E7C3-4180-990B-B6B22A0DF559}" sibTransId="{3F73769D-7DD3-432D-ADAB-DEE9B2848785}"/>
    <dgm:cxn modelId="{FA7FEE1C-154F-4125-AA5C-BEE24937D2A6}" type="presOf" srcId="{3BCE1191-1393-4079-B434-F40FA1E8C6FB}" destId="{8BB9ECAB-4F9C-4052-B9B1-A6F235917190}" srcOrd="0" destOrd="0" presId="urn:microsoft.com/office/officeart/2005/8/layout/vList2"/>
    <dgm:cxn modelId="{2C67403A-D038-428C-A164-71F23CDB6E21}" type="presOf" srcId="{BB2892DE-ED78-4499-A97E-F660D1D5A8EA}" destId="{BB960895-EF4D-4578-94E6-A4C5B8F4E45C}" srcOrd="0" destOrd="0" presId="urn:microsoft.com/office/officeart/2005/8/layout/vList2"/>
    <dgm:cxn modelId="{93842944-14F9-408A-B5DB-DCF8CA51721D}" type="presOf" srcId="{EB182CC8-5FD2-4AD0-84CB-2A1567E62C59}" destId="{9E34DF7E-E454-4D44-8297-A55B3168D379}" srcOrd="0" destOrd="0" presId="urn:microsoft.com/office/officeart/2005/8/layout/vList2"/>
    <dgm:cxn modelId="{11390B4E-C98C-412A-8313-F14736E349D5}" srcId="{3BCE1191-1393-4079-B434-F40FA1E8C6FB}" destId="{BB2892DE-ED78-4499-A97E-F660D1D5A8EA}" srcOrd="3" destOrd="0" parTransId="{5672099F-0052-4228-83B1-BB919C1B36D2}" sibTransId="{A83FEEF4-D7C9-45DA-98C5-15013AD96A8F}"/>
    <dgm:cxn modelId="{B4F98350-99F8-4866-A6B0-A835210EA2CE}" type="presOf" srcId="{1E3A9996-A99A-4828-90B8-C0E9AC6D818C}" destId="{E8D0FCE1-6D72-4951-AE93-6180220A32C9}" srcOrd="0" destOrd="0" presId="urn:microsoft.com/office/officeart/2005/8/layout/vList2"/>
    <dgm:cxn modelId="{1F5116DC-A731-403B-8AF0-1C8F52A67023}" type="presOf" srcId="{7700E202-EDE4-4214-B692-E211FA2CF840}" destId="{A2258761-8E89-4C6B-A7F3-E1195C4DE3C8}" srcOrd="0" destOrd="0" presId="urn:microsoft.com/office/officeart/2005/8/layout/vList2"/>
    <dgm:cxn modelId="{6F525FE0-249B-4B7F-B96D-7D56EEF50979}" srcId="{3BCE1191-1393-4079-B434-F40FA1E8C6FB}" destId="{1E3A9996-A99A-4828-90B8-C0E9AC6D818C}" srcOrd="4" destOrd="0" parTransId="{CCD68344-8675-4534-874A-DACB658EB6D8}" sibTransId="{351829AA-8384-4A3F-B0FF-C8076F4B7F1B}"/>
    <dgm:cxn modelId="{739C72E9-A36B-41FC-826D-969D0E293A76}" srcId="{3BCE1191-1393-4079-B434-F40FA1E8C6FB}" destId="{EB182CC8-5FD2-4AD0-84CB-2A1567E62C59}" srcOrd="1" destOrd="0" parTransId="{11F32A99-417C-449B-96AF-DB72110ECA14}" sibTransId="{9C235842-7D0C-48D0-BE59-6731CECBCBAA}"/>
    <dgm:cxn modelId="{BDBD1EF5-EFEF-4980-BB2F-1441864700E1}" srcId="{3BCE1191-1393-4079-B434-F40FA1E8C6FB}" destId="{74F60186-09C9-4943-8B29-ADA7D8A3A10C}" srcOrd="0" destOrd="0" parTransId="{0E843E2B-C5D2-4835-A733-EE4FB3281C5B}" sibTransId="{70EF4B8F-4614-47A5-8C82-372B9936218A}"/>
    <dgm:cxn modelId="{9D31584F-8E2E-4002-9907-3B4068F6438D}" type="presParOf" srcId="{8BB9ECAB-4F9C-4052-B9B1-A6F235917190}" destId="{592FC0EB-59D6-4C1E-9693-A134FF7D4A60}" srcOrd="0" destOrd="0" presId="urn:microsoft.com/office/officeart/2005/8/layout/vList2"/>
    <dgm:cxn modelId="{39B8537E-587C-4FB9-B381-397D75CA6805}" type="presParOf" srcId="{8BB9ECAB-4F9C-4052-B9B1-A6F235917190}" destId="{91755EB0-DDAE-4564-9A7A-0A4ED0E90CFF}" srcOrd="1" destOrd="0" presId="urn:microsoft.com/office/officeart/2005/8/layout/vList2"/>
    <dgm:cxn modelId="{35D6E66A-42F7-485A-BB84-C4E0717F9F88}" type="presParOf" srcId="{8BB9ECAB-4F9C-4052-B9B1-A6F235917190}" destId="{9E34DF7E-E454-4D44-8297-A55B3168D379}" srcOrd="2" destOrd="0" presId="urn:microsoft.com/office/officeart/2005/8/layout/vList2"/>
    <dgm:cxn modelId="{129D82A2-1087-4749-BF9B-6E79640DF2AC}" type="presParOf" srcId="{8BB9ECAB-4F9C-4052-B9B1-A6F235917190}" destId="{530016AD-596C-4EFA-BCB8-228895F44B8D}" srcOrd="3" destOrd="0" presId="urn:microsoft.com/office/officeart/2005/8/layout/vList2"/>
    <dgm:cxn modelId="{2CDEE541-4DDD-4C0F-96AC-B42E37CE2753}" type="presParOf" srcId="{8BB9ECAB-4F9C-4052-B9B1-A6F235917190}" destId="{A2258761-8E89-4C6B-A7F3-E1195C4DE3C8}" srcOrd="4" destOrd="0" presId="urn:microsoft.com/office/officeart/2005/8/layout/vList2"/>
    <dgm:cxn modelId="{F5FD5DD8-9446-4553-A2AE-7E6576A02AF8}" type="presParOf" srcId="{8BB9ECAB-4F9C-4052-B9B1-A6F235917190}" destId="{2938616D-26E6-4598-A1FB-B945A57EB291}" srcOrd="5" destOrd="0" presId="urn:microsoft.com/office/officeart/2005/8/layout/vList2"/>
    <dgm:cxn modelId="{66DE0525-CFEB-4A92-9C3D-3661DB8E4250}" type="presParOf" srcId="{8BB9ECAB-4F9C-4052-B9B1-A6F235917190}" destId="{BB960895-EF4D-4578-94E6-A4C5B8F4E45C}" srcOrd="6" destOrd="0" presId="urn:microsoft.com/office/officeart/2005/8/layout/vList2"/>
    <dgm:cxn modelId="{EB3923F7-7D67-4325-8D41-6147C302BFF0}" type="presParOf" srcId="{8BB9ECAB-4F9C-4052-B9B1-A6F235917190}" destId="{CC98D90D-2DBE-4484-A5DE-EE837016FEE8}" srcOrd="7" destOrd="0" presId="urn:microsoft.com/office/officeart/2005/8/layout/vList2"/>
    <dgm:cxn modelId="{B680DB8E-B77D-4750-B5FC-2D518E72EC80}" type="presParOf" srcId="{8BB9ECAB-4F9C-4052-B9B1-A6F235917190}" destId="{E8D0FCE1-6D72-4951-AE93-6180220A32C9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DCE5F54-D793-4302-A234-852BB175E22B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61E7CDC-851B-40ED-A63C-2DF2F39B7359}">
      <dgm:prSet/>
      <dgm:spPr/>
      <dgm:t>
        <a:bodyPr/>
        <a:lstStyle/>
        <a:p>
          <a:r>
            <a:rPr lang="en-US"/>
            <a:t>Benefits: flexibility, early feedback, visible progress, and smaller deliverables.</a:t>
          </a:r>
        </a:p>
      </dgm:t>
    </dgm:pt>
    <dgm:pt modelId="{41327005-BC0A-44B7-8399-65220B1CC9C6}" type="parTrans" cxnId="{F0CB13AC-2C3A-4FD0-B31F-A7A540F9A2F2}">
      <dgm:prSet/>
      <dgm:spPr/>
      <dgm:t>
        <a:bodyPr/>
        <a:lstStyle/>
        <a:p>
          <a:endParaRPr lang="en-US"/>
        </a:p>
      </dgm:t>
    </dgm:pt>
    <dgm:pt modelId="{06591758-3487-4AF9-B1C6-E420A04DB131}" type="sibTrans" cxnId="{F0CB13AC-2C3A-4FD0-B31F-A7A540F9A2F2}">
      <dgm:prSet/>
      <dgm:spPr/>
      <dgm:t>
        <a:bodyPr/>
        <a:lstStyle/>
        <a:p>
          <a:endParaRPr lang="en-US"/>
        </a:p>
      </dgm:t>
    </dgm:pt>
    <dgm:pt modelId="{9B62D3A5-1748-4EC0-8B7B-5B2DE9C4379C}">
      <dgm:prSet/>
      <dgm:spPr/>
      <dgm:t>
        <a:bodyPr/>
        <a:lstStyle/>
        <a:p>
          <a:r>
            <a:rPr lang="en-US"/>
            <a:t>Risks: recurring meeting time, unclear stories causing rework, and reliance on active communication.</a:t>
          </a:r>
        </a:p>
      </dgm:t>
    </dgm:pt>
    <dgm:pt modelId="{C54899B8-D62B-486B-BFB9-6AEE39923555}" type="parTrans" cxnId="{2F4C1935-2C33-4531-AFA5-B03A94AA2D1E}">
      <dgm:prSet/>
      <dgm:spPr/>
      <dgm:t>
        <a:bodyPr/>
        <a:lstStyle/>
        <a:p>
          <a:endParaRPr lang="en-US"/>
        </a:p>
      </dgm:t>
    </dgm:pt>
    <dgm:pt modelId="{E39049C1-C1F3-4D94-B65B-35ECEA317122}" type="sibTrans" cxnId="{2F4C1935-2C33-4531-AFA5-B03A94AA2D1E}">
      <dgm:prSet/>
      <dgm:spPr/>
      <dgm:t>
        <a:bodyPr/>
        <a:lstStyle/>
        <a:p>
          <a:endParaRPr lang="en-US"/>
        </a:p>
      </dgm:t>
    </dgm:pt>
    <dgm:pt modelId="{6E513A2A-63B3-4522-AA63-8BD92ED38F09}">
      <dgm:prSet/>
      <dgm:spPr/>
      <dgm:t>
        <a:bodyPr/>
        <a:lstStyle/>
        <a:p>
          <a:r>
            <a:rPr lang="en-US"/>
            <a:t>Recommendation: Scrum is a strong fit for SNHU Travel because priorities and feature expectations can evolve.</a:t>
          </a:r>
        </a:p>
      </dgm:t>
    </dgm:pt>
    <dgm:pt modelId="{A75AD957-87B3-4DC8-8FB3-C0F62553DA44}" type="parTrans" cxnId="{7C54F083-41E9-46DE-B266-97E58D339F9A}">
      <dgm:prSet/>
      <dgm:spPr/>
      <dgm:t>
        <a:bodyPr/>
        <a:lstStyle/>
        <a:p>
          <a:endParaRPr lang="en-US"/>
        </a:p>
      </dgm:t>
    </dgm:pt>
    <dgm:pt modelId="{50BE297E-C69B-4B6C-A99B-9E4963CCEACA}" type="sibTrans" cxnId="{7C54F083-41E9-46DE-B266-97E58D339F9A}">
      <dgm:prSet/>
      <dgm:spPr/>
      <dgm:t>
        <a:bodyPr/>
        <a:lstStyle/>
        <a:p>
          <a:endParaRPr lang="en-US"/>
        </a:p>
      </dgm:t>
    </dgm:pt>
    <dgm:pt modelId="{B29C13F3-C168-41CE-B3CB-F1C98B8DB52D}">
      <dgm:prSet/>
      <dgm:spPr/>
      <dgm:t>
        <a:bodyPr/>
        <a:lstStyle/>
        <a:p>
          <a:r>
            <a:rPr lang="en-US"/>
            <a:t>Use clear acceptance criteria, a maintained backlog, and actionable retrospective improvements.</a:t>
          </a:r>
        </a:p>
      </dgm:t>
    </dgm:pt>
    <dgm:pt modelId="{FAC7ED93-5F56-47C6-BF13-61C842250E40}" type="parTrans" cxnId="{EE2D62BD-9AC1-4CD3-A039-E26FF3DA5A79}">
      <dgm:prSet/>
      <dgm:spPr/>
      <dgm:t>
        <a:bodyPr/>
        <a:lstStyle/>
        <a:p>
          <a:endParaRPr lang="en-US"/>
        </a:p>
      </dgm:t>
    </dgm:pt>
    <dgm:pt modelId="{FBFC2A0C-0A36-4DA1-8D64-DF9DD27A5EC0}" type="sibTrans" cxnId="{EE2D62BD-9AC1-4CD3-A039-E26FF3DA5A79}">
      <dgm:prSet/>
      <dgm:spPr/>
      <dgm:t>
        <a:bodyPr/>
        <a:lstStyle/>
        <a:p>
          <a:endParaRPr lang="en-US"/>
        </a:p>
      </dgm:t>
    </dgm:pt>
    <dgm:pt modelId="{7CB8812D-E781-46EB-B45B-68EA3D0A2139}" type="pres">
      <dgm:prSet presAssocID="{ADCE5F54-D793-4302-A234-852BB175E22B}" presName="linear" presStyleCnt="0">
        <dgm:presLayoutVars>
          <dgm:animLvl val="lvl"/>
          <dgm:resizeHandles val="exact"/>
        </dgm:presLayoutVars>
      </dgm:prSet>
      <dgm:spPr/>
    </dgm:pt>
    <dgm:pt modelId="{5AF049E5-0411-43DA-BE3A-523E85C4B73D}" type="pres">
      <dgm:prSet presAssocID="{561E7CDC-851B-40ED-A63C-2DF2F39B735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9198A249-3697-4E6C-B4CA-2AAF21C8B4F2}" type="pres">
      <dgm:prSet presAssocID="{06591758-3487-4AF9-B1C6-E420A04DB131}" presName="spacer" presStyleCnt="0"/>
      <dgm:spPr/>
    </dgm:pt>
    <dgm:pt modelId="{160C8601-23BA-4239-AF83-4E49D0146E4C}" type="pres">
      <dgm:prSet presAssocID="{9B62D3A5-1748-4EC0-8B7B-5B2DE9C4379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E932E2F-3CA6-4C4E-B390-BA313E0C195C}" type="pres">
      <dgm:prSet presAssocID="{E39049C1-C1F3-4D94-B65B-35ECEA317122}" presName="spacer" presStyleCnt="0"/>
      <dgm:spPr/>
    </dgm:pt>
    <dgm:pt modelId="{DF77BE23-CDFF-4A44-823D-F1D67540AEFE}" type="pres">
      <dgm:prSet presAssocID="{6E513A2A-63B3-4522-AA63-8BD92ED38F0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738BC983-A455-46A6-91CC-A38C41F9D0AF}" type="pres">
      <dgm:prSet presAssocID="{50BE297E-C69B-4B6C-A99B-9E4963CCEACA}" presName="spacer" presStyleCnt="0"/>
      <dgm:spPr/>
    </dgm:pt>
    <dgm:pt modelId="{3E58A771-7A92-4488-92D3-88504B5801B8}" type="pres">
      <dgm:prSet presAssocID="{B29C13F3-C168-41CE-B3CB-F1C98B8DB52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E055F1E-35B2-402F-B123-938C57F2E890}" type="presOf" srcId="{561E7CDC-851B-40ED-A63C-2DF2F39B7359}" destId="{5AF049E5-0411-43DA-BE3A-523E85C4B73D}" srcOrd="0" destOrd="0" presId="urn:microsoft.com/office/officeart/2005/8/layout/vList2"/>
    <dgm:cxn modelId="{2F4C1935-2C33-4531-AFA5-B03A94AA2D1E}" srcId="{ADCE5F54-D793-4302-A234-852BB175E22B}" destId="{9B62D3A5-1748-4EC0-8B7B-5B2DE9C4379C}" srcOrd="1" destOrd="0" parTransId="{C54899B8-D62B-486B-BFB9-6AEE39923555}" sibTransId="{E39049C1-C1F3-4D94-B65B-35ECEA317122}"/>
    <dgm:cxn modelId="{5138185E-C837-410C-AE45-10B962389E27}" type="presOf" srcId="{6E513A2A-63B3-4522-AA63-8BD92ED38F09}" destId="{DF77BE23-CDFF-4A44-823D-F1D67540AEFE}" srcOrd="0" destOrd="0" presId="urn:microsoft.com/office/officeart/2005/8/layout/vList2"/>
    <dgm:cxn modelId="{7A5D1A4B-2191-4257-BC9B-B4B412F73016}" type="presOf" srcId="{ADCE5F54-D793-4302-A234-852BB175E22B}" destId="{7CB8812D-E781-46EB-B45B-68EA3D0A2139}" srcOrd="0" destOrd="0" presId="urn:microsoft.com/office/officeart/2005/8/layout/vList2"/>
    <dgm:cxn modelId="{7C54F083-41E9-46DE-B266-97E58D339F9A}" srcId="{ADCE5F54-D793-4302-A234-852BB175E22B}" destId="{6E513A2A-63B3-4522-AA63-8BD92ED38F09}" srcOrd="2" destOrd="0" parTransId="{A75AD957-87B3-4DC8-8FB3-C0F62553DA44}" sibTransId="{50BE297E-C69B-4B6C-A99B-9E4963CCEACA}"/>
    <dgm:cxn modelId="{F737AF8B-5469-46A2-AAD5-7B3BAC85739C}" type="presOf" srcId="{B29C13F3-C168-41CE-B3CB-F1C98B8DB52D}" destId="{3E58A771-7A92-4488-92D3-88504B5801B8}" srcOrd="0" destOrd="0" presId="urn:microsoft.com/office/officeart/2005/8/layout/vList2"/>
    <dgm:cxn modelId="{F0CB13AC-2C3A-4FD0-B31F-A7A540F9A2F2}" srcId="{ADCE5F54-D793-4302-A234-852BB175E22B}" destId="{561E7CDC-851B-40ED-A63C-2DF2F39B7359}" srcOrd="0" destOrd="0" parTransId="{41327005-BC0A-44B7-8399-65220B1CC9C6}" sibTransId="{06591758-3487-4AF9-B1C6-E420A04DB131}"/>
    <dgm:cxn modelId="{EE2D62BD-9AC1-4CD3-A039-E26FF3DA5A79}" srcId="{ADCE5F54-D793-4302-A234-852BB175E22B}" destId="{B29C13F3-C168-41CE-B3CB-F1C98B8DB52D}" srcOrd="3" destOrd="0" parTransId="{FAC7ED93-5F56-47C6-BF13-61C842250E40}" sibTransId="{FBFC2A0C-0A36-4DA1-8D64-DF9DD27A5EC0}"/>
    <dgm:cxn modelId="{0FF3A2E1-D19C-4FAC-A93C-80A4A127DB43}" type="presOf" srcId="{9B62D3A5-1748-4EC0-8B7B-5B2DE9C4379C}" destId="{160C8601-23BA-4239-AF83-4E49D0146E4C}" srcOrd="0" destOrd="0" presId="urn:microsoft.com/office/officeart/2005/8/layout/vList2"/>
    <dgm:cxn modelId="{3F5C6116-6D17-4DAA-9716-E15444F5EA00}" type="presParOf" srcId="{7CB8812D-E781-46EB-B45B-68EA3D0A2139}" destId="{5AF049E5-0411-43DA-BE3A-523E85C4B73D}" srcOrd="0" destOrd="0" presId="urn:microsoft.com/office/officeart/2005/8/layout/vList2"/>
    <dgm:cxn modelId="{FB2506C2-3BD8-47FC-84B5-3D5CC0792D05}" type="presParOf" srcId="{7CB8812D-E781-46EB-B45B-68EA3D0A2139}" destId="{9198A249-3697-4E6C-B4CA-2AAF21C8B4F2}" srcOrd="1" destOrd="0" presId="urn:microsoft.com/office/officeart/2005/8/layout/vList2"/>
    <dgm:cxn modelId="{00376038-B757-4048-A468-37285F9D82E5}" type="presParOf" srcId="{7CB8812D-E781-46EB-B45B-68EA3D0A2139}" destId="{160C8601-23BA-4239-AF83-4E49D0146E4C}" srcOrd="2" destOrd="0" presId="urn:microsoft.com/office/officeart/2005/8/layout/vList2"/>
    <dgm:cxn modelId="{1A61924E-911A-405A-B7D4-9D9D805354E1}" type="presParOf" srcId="{7CB8812D-E781-46EB-B45B-68EA3D0A2139}" destId="{CE932E2F-3CA6-4C4E-B390-BA313E0C195C}" srcOrd="3" destOrd="0" presId="urn:microsoft.com/office/officeart/2005/8/layout/vList2"/>
    <dgm:cxn modelId="{0A7B5D48-0FD5-4184-9829-8DB2833FD11E}" type="presParOf" srcId="{7CB8812D-E781-46EB-B45B-68EA3D0A2139}" destId="{DF77BE23-CDFF-4A44-823D-F1D67540AEFE}" srcOrd="4" destOrd="0" presId="urn:microsoft.com/office/officeart/2005/8/layout/vList2"/>
    <dgm:cxn modelId="{9168146B-41A3-4F94-A453-B51120975A2A}" type="presParOf" srcId="{7CB8812D-E781-46EB-B45B-68EA3D0A2139}" destId="{738BC983-A455-46A6-91CC-A38C41F9D0AF}" srcOrd="5" destOrd="0" presId="urn:microsoft.com/office/officeart/2005/8/layout/vList2"/>
    <dgm:cxn modelId="{91FA8DA0-BC44-4AD4-BD65-D96986F09383}" type="presParOf" srcId="{7CB8812D-E781-46EB-B45B-68EA3D0A2139}" destId="{3E58A771-7A92-4488-92D3-88504B5801B8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DCDF33DE-492A-492B-871C-3DD5E78728A0}" type="doc">
      <dgm:prSet loTypeId="urn:microsoft.com/office/officeart/2008/layout/LinedList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23B81A0-19C8-4120-A902-ACCFE85BE375}">
      <dgm:prSet/>
      <dgm:spPr/>
      <dgm:t>
        <a:bodyPr/>
        <a:lstStyle/>
        <a:p>
          <a:r>
            <a:rPr lang="en-US"/>
            <a:t>Atlassian. (2024, April 30). Waterfall-ish playbook: How Jira Align helps traditional projects and portfolios succeed. https://www.atlassian.com/blog/jira-align/bringing-agility-to-project-mgmt</a:t>
          </a:r>
        </a:p>
      </dgm:t>
    </dgm:pt>
    <dgm:pt modelId="{0D7580D3-54CE-4EA3-BAE4-9460C2AA0E39}" type="parTrans" cxnId="{EAD67F41-6A05-4926-84AB-C40A7CA5550B}">
      <dgm:prSet/>
      <dgm:spPr/>
      <dgm:t>
        <a:bodyPr/>
        <a:lstStyle/>
        <a:p>
          <a:endParaRPr lang="en-US"/>
        </a:p>
      </dgm:t>
    </dgm:pt>
    <dgm:pt modelId="{16D4AA95-4B90-4D27-B607-025B822AD3E7}" type="sibTrans" cxnId="{EAD67F41-6A05-4926-84AB-C40A7CA5550B}">
      <dgm:prSet/>
      <dgm:spPr/>
      <dgm:t>
        <a:bodyPr/>
        <a:lstStyle/>
        <a:p>
          <a:endParaRPr lang="en-US"/>
        </a:p>
      </dgm:t>
    </dgm:pt>
    <dgm:pt modelId="{BA3A4C28-55D5-44D1-8882-107473F383AA}">
      <dgm:prSet/>
      <dgm:spPr/>
      <dgm:t>
        <a:bodyPr/>
        <a:lstStyle/>
        <a:p>
          <a:r>
            <a:rPr lang="en-US"/>
            <a:t>Atlassian. (n.d.). Agile project management: What is it and how to get started. https://www.atlassian.com/en/agile/project-management</a:t>
          </a:r>
        </a:p>
      </dgm:t>
    </dgm:pt>
    <dgm:pt modelId="{A86E498E-1EC0-44E3-B572-CF2A8E1C963D}" type="parTrans" cxnId="{74322CB7-EAC4-4D0F-BCF8-47DCA1A75CA9}">
      <dgm:prSet/>
      <dgm:spPr/>
      <dgm:t>
        <a:bodyPr/>
        <a:lstStyle/>
        <a:p>
          <a:endParaRPr lang="en-US"/>
        </a:p>
      </dgm:t>
    </dgm:pt>
    <dgm:pt modelId="{667DF836-375E-4626-B9B0-72D21F353322}" type="sibTrans" cxnId="{74322CB7-EAC4-4D0F-BCF8-47DCA1A75CA9}">
      <dgm:prSet/>
      <dgm:spPr/>
      <dgm:t>
        <a:bodyPr/>
        <a:lstStyle/>
        <a:p>
          <a:endParaRPr lang="en-US"/>
        </a:p>
      </dgm:t>
    </dgm:pt>
    <dgm:pt modelId="{8B1CC17B-9C8A-4737-9EC0-49C7132DA396}">
      <dgm:prSet/>
      <dgm:spPr/>
      <dgm:t>
        <a:bodyPr/>
        <a:lstStyle/>
        <a:p>
          <a:r>
            <a:rPr lang="en-US"/>
            <a:t>Atlassian. (n.d.). Agile scrum roles and responsibilities. https://www.atlassian.com/agile/scrum/roles</a:t>
          </a:r>
        </a:p>
      </dgm:t>
    </dgm:pt>
    <dgm:pt modelId="{71FCE1EE-6A4A-432D-9F02-71A0BB88D8FE}" type="parTrans" cxnId="{01F08B83-E46A-4007-B06E-E0BDBD35327A}">
      <dgm:prSet/>
      <dgm:spPr/>
      <dgm:t>
        <a:bodyPr/>
        <a:lstStyle/>
        <a:p>
          <a:endParaRPr lang="en-US"/>
        </a:p>
      </dgm:t>
    </dgm:pt>
    <dgm:pt modelId="{AAB3A4F4-298D-4672-A6DA-52831408F214}" type="sibTrans" cxnId="{01F08B83-E46A-4007-B06E-E0BDBD35327A}">
      <dgm:prSet/>
      <dgm:spPr/>
      <dgm:t>
        <a:bodyPr/>
        <a:lstStyle/>
        <a:p>
          <a:endParaRPr lang="en-US"/>
        </a:p>
      </dgm:t>
    </dgm:pt>
    <dgm:pt modelId="{5DCDE124-EFE2-48CA-A2A7-340D76B9655B}">
      <dgm:prSet/>
      <dgm:spPr/>
      <dgm:t>
        <a:bodyPr/>
        <a:lstStyle/>
        <a:p>
          <a:r>
            <a:rPr lang="en-US"/>
            <a:t>Scrum.org. (n.d.). The Scrum events. https://www.scrum.org/resources/scrum-events-0</a:t>
          </a:r>
        </a:p>
      </dgm:t>
    </dgm:pt>
    <dgm:pt modelId="{CF035011-756C-4649-B23F-A0BA26ED4627}" type="parTrans" cxnId="{F9CFBBCF-48B7-412B-A96F-505FDDCFA59B}">
      <dgm:prSet/>
      <dgm:spPr/>
      <dgm:t>
        <a:bodyPr/>
        <a:lstStyle/>
        <a:p>
          <a:endParaRPr lang="en-US"/>
        </a:p>
      </dgm:t>
    </dgm:pt>
    <dgm:pt modelId="{48A8C45E-9911-4182-9837-5F3D7AAFE498}" type="sibTrans" cxnId="{F9CFBBCF-48B7-412B-A96F-505FDDCFA59B}">
      <dgm:prSet/>
      <dgm:spPr/>
      <dgm:t>
        <a:bodyPr/>
        <a:lstStyle/>
        <a:p>
          <a:endParaRPr lang="en-US"/>
        </a:p>
      </dgm:t>
    </dgm:pt>
    <dgm:pt modelId="{A3706344-1622-4314-9C28-1DDDB756401D}">
      <dgm:prSet/>
      <dgm:spPr/>
      <dgm:t>
        <a:bodyPr/>
        <a:lstStyle/>
        <a:p>
          <a:r>
            <a:rPr lang="en-US"/>
            <a:t>AI use: ChatGPT assisted with organizing and drafting this presentation; content should be reviewed and personalized before submission.</a:t>
          </a:r>
        </a:p>
      </dgm:t>
    </dgm:pt>
    <dgm:pt modelId="{34EEADB4-A859-477C-9B21-D05A348B3881}" type="parTrans" cxnId="{7922A0A8-8D2B-462D-ACF8-BDFFB7F15D81}">
      <dgm:prSet/>
      <dgm:spPr/>
      <dgm:t>
        <a:bodyPr/>
        <a:lstStyle/>
        <a:p>
          <a:endParaRPr lang="en-US"/>
        </a:p>
      </dgm:t>
    </dgm:pt>
    <dgm:pt modelId="{E55F384C-B78D-40AD-BBB9-89FF10FBD56F}" type="sibTrans" cxnId="{7922A0A8-8D2B-462D-ACF8-BDFFB7F15D81}">
      <dgm:prSet/>
      <dgm:spPr/>
      <dgm:t>
        <a:bodyPr/>
        <a:lstStyle/>
        <a:p>
          <a:endParaRPr lang="en-US"/>
        </a:p>
      </dgm:t>
    </dgm:pt>
    <dgm:pt modelId="{8E8A6162-8350-4E69-BFF8-02FFCCE92FE3}" type="pres">
      <dgm:prSet presAssocID="{DCDF33DE-492A-492B-871C-3DD5E78728A0}" presName="vert0" presStyleCnt="0">
        <dgm:presLayoutVars>
          <dgm:dir/>
          <dgm:animOne val="branch"/>
          <dgm:animLvl val="lvl"/>
        </dgm:presLayoutVars>
      </dgm:prSet>
      <dgm:spPr/>
    </dgm:pt>
    <dgm:pt modelId="{C3364643-4A22-45EB-9314-E02420D7281D}" type="pres">
      <dgm:prSet presAssocID="{E23B81A0-19C8-4120-A902-ACCFE85BE375}" presName="thickLine" presStyleLbl="alignNode1" presStyleIdx="0" presStyleCnt="5"/>
      <dgm:spPr/>
    </dgm:pt>
    <dgm:pt modelId="{B75FA6F1-AA43-4F87-A752-63884A57B09E}" type="pres">
      <dgm:prSet presAssocID="{E23B81A0-19C8-4120-A902-ACCFE85BE375}" presName="horz1" presStyleCnt="0"/>
      <dgm:spPr/>
    </dgm:pt>
    <dgm:pt modelId="{28B989F6-AD5E-41FC-B91E-44EB9FD80D8B}" type="pres">
      <dgm:prSet presAssocID="{E23B81A0-19C8-4120-A902-ACCFE85BE375}" presName="tx1" presStyleLbl="revTx" presStyleIdx="0" presStyleCnt="5"/>
      <dgm:spPr/>
    </dgm:pt>
    <dgm:pt modelId="{149FACD5-C6BD-4534-893F-A17C1AD172A1}" type="pres">
      <dgm:prSet presAssocID="{E23B81A0-19C8-4120-A902-ACCFE85BE375}" presName="vert1" presStyleCnt="0"/>
      <dgm:spPr/>
    </dgm:pt>
    <dgm:pt modelId="{9566959E-784B-45A9-8DD7-6C24C3E54961}" type="pres">
      <dgm:prSet presAssocID="{BA3A4C28-55D5-44D1-8882-107473F383AA}" presName="thickLine" presStyleLbl="alignNode1" presStyleIdx="1" presStyleCnt="5"/>
      <dgm:spPr/>
    </dgm:pt>
    <dgm:pt modelId="{4E127AF6-F1FB-480A-A89F-DB53D9AF8868}" type="pres">
      <dgm:prSet presAssocID="{BA3A4C28-55D5-44D1-8882-107473F383AA}" presName="horz1" presStyleCnt="0"/>
      <dgm:spPr/>
    </dgm:pt>
    <dgm:pt modelId="{C25D090F-B28C-4A83-BEB9-7AFB0BCB25BD}" type="pres">
      <dgm:prSet presAssocID="{BA3A4C28-55D5-44D1-8882-107473F383AA}" presName="tx1" presStyleLbl="revTx" presStyleIdx="1" presStyleCnt="5"/>
      <dgm:spPr/>
    </dgm:pt>
    <dgm:pt modelId="{E232939B-101B-4782-B8EF-D362B974249A}" type="pres">
      <dgm:prSet presAssocID="{BA3A4C28-55D5-44D1-8882-107473F383AA}" presName="vert1" presStyleCnt="0"/>
      <dgm:spPr/>
    </dgm:pt>
    <dgm:pt modelId="{843C9243-082F-4FD1-AFF2-33717E7D1ED4}" type="pres">
      <dgm:prSet presAssocID="{8B1CC17B-9C8A-4737-9EC0-49C7132DA396}" presName="thickLine" presStyleLbl="alignNode1" presStyleIdx="2" presStyleCnt="5"/>
      <dgm:spPr/>
    </dgm:pt>
    <dgm:pt modelId="{7E3D87B7-4ABA-4D0A-8DAB-4A86B2DA825C}" type="pres">
      <dgm:prSet presAssocID="{8B1CC17B-9C8A-4737-9EC0-49C7132DA396}" presName="horz1" presStyleCnt="0"/>
      <dgm:spPr/>
    </dgm:pt>
    <dgm:pt modelId="{1AEA437B-6655-4CAF-9864-5976D285248A}" type="pres">
      <dgm:prSet presAssocID="{8B1CC17B-9C8A-4737-9EC0-49C7132DA396}" presName="tx1" presStyleLbl="revTx" presStyleIdx="2" presStyleCnt="5"/>
      <dgm:spPr/>
    </dgm:pt>
    <dgm:pt modelId="{2F82491A-7643-4C9F-856A-EF17CFF5329A}" type="pres">
      <dgm:prSet presAssocID="{8B1CC17B-9C8A-4737-9EC0-49C7132DA396}" presName="vert1" presStyleCnt="0"/>
      <dgm:spPr/>
    </dgm:pt>
    <dgm:pt modelId="{DD6CB043-DD4C-48D7-9ACE-CBB73B7F2503}" type="pres">
      <dgm:prSet presAssocID="{5DCDE124-EFE2-48CA-A2A7-340D76B9655B}" presName="thickLine" presStyleLbl="alignNode1" presStyleIdx="3" presStyleCnt="5"/>
      <dgm:spPr/>
    </dgm:pt>
    <dgm:pt modelId="{AAD2F991-7F3F-4175-B82E-FAFC9F9E5AFA}" type="pres">
      <dgm:prSet presAssocID="{5DCDE124-EFE2-48CA-A2A7-340D76B9655B}" presName="horz1" presStyleCnt="0"/>
      <dgm:spPr/>
    </dgm:pt>
    <dgm:pt modelId="{049F2EB1-1FC0-42D5-AF9F-AD3E311C0006}" type="pres">
      <dgm:prSet presAssocID="{5DCDE124-EFE2-48CA-A2A7-340D76B9655B}" presName="tx1" presStyleLbl="revTx" presStyleIdx="3" presStyleCnt="5"/>
      <dgm:spPr/>
    </dgm:pt>
    <dgm:pt modelId="{70D35F7B-B54B-447F-B81D-6A2FC4B86188}" type="pres">
      <dgm:prSet presAssocID="{5DCDE124-EFE2-48CA-A2A7-340D76B9655B}" presName="vert1" presStyleCnt="0"/>
      <dgm:spPr/>
    </dgm:pt>
    <dgm:pt modelId="{C7D6492A-07FC-49A7-970C-CAB60D466696}" type="pres">
      <dgm:prSet presAssocID="{A3706344-1622-4314-9C28-1DDDB756401D}" presName="thickLine" presStyleLbl="alignNode1" presStyleIdx="4" presStyleCnt="5"/>
      <dgm:spPr/>
    </dgm:pt>
    <dgm:pt modelId="{AD89F7FF-47B6-45F7-8B46-6E6005A0D9D8}" type="pres">
      <dgm:prSet presAssocID="{A3706344-1622-4314-9C28-1DDDB756401D}" presName="horz1" presStyleCnt="0"/>
      <dgm:spPr/>
    </dgm:pt>
    <dgm:pt modelId="{64D61218-805E-420E-A69E-9C72C21B3A0A}" type="pres">
      <dgm:prSet presAssocID="{A3706344-1622-4314-9C28-1DDDB756401D}" presName="tx1" presStyleLbl="revTx" presStyleIdx="4" presStyleCnt="5"/>
      <dgm:spPr/>
    </dgm:pt>
    <dgm:pt modelId="{B8BCA8B3-FC31-4118-8B7E-86E6B3F1CAAC}" type="pres">
      <dgm:prSet presAssocID="{A3706344-1622-4314-9C28-1DDDB756401D}" presName="vert1" presStyleCnt="0"/>
      <dgm:spPr/>
    </dgm:pt>
  </dgm:ptLst>
  <dgm:cxnLst>
    <dgm:cxn modelId="{1DB72215-BB29-466D-A299-0804234CEEAD}" type="presOf" srcId="{E23B81A0-19C8-4120-A902-ACCFE85BE375}" destId="{28B989F6-AD5E-41FC-B91E-44EB9FD80D8B}" srcOrd="0" destOrd="0" presId="urn:microsoft.com/office/officeart/2008/layout/LinedList"/>
    <dgm:cxn modelId="{FBD27131-F0A9-4561-B4C1-43DBB963B351}" type="presOf" srcId="{DCDF33DE-492A-492B-871C-3DD5E78728A0}" destId="{8E8A6162-8350-4E69-BFF8-02FFCCE92FE3}" srcOrd="0" destOrd="0" presId="urn:microsoft.com/office/officeart/2008/layout/LinedList"/>
    <dgm:cxn modelId="{EAD67F41-6A05-4926-84AB-C40A7CA5550B}" srcId="{DCDF33DE-492A-492B-871C-3DD5E78728A0}" destId="{E23B81A0-19C8-4120-A902-ACCFE85BE375}" srcOrd="0" destOrd="0" parTransId="{0D7580D3-54CE-4EA3-BAE4-9460C2AA0E39}" sibTransId="{16D4AA95-4B90-4D27-B607-025B822AD3E7}"/>
    <dgm:cxn modelId="{D7877252-B308-464C-A160-F58E0AD0D49F}" type="presOf" srcId="{5DCDE124-EFE2-48CA-A2A7-340D76B9655B}" destId="{049F2EB1-1FC0-42D5-AF9F-AD3E311C0006}" srcOrd="0" destOrd="0" presId="urn:microsoft.com/office/officeart/2008/layout/LinedList"/>
    <dgm:cxn modelId="{0A614675-B9A0-48D3-9B9C-B33D89DCCFC7}" type="presOf" srcId="{A3706344-1622-4314-9C28-1DDDB756401D}" destId="{64D61218-805E-420E-A69E-9C72C21B3A0A}" srcOrd="0" destOrd="0" presId="urn:microsoft.com/office/officeart/2008/layout/LinedList"/>
    <dgm:cxn modelId="{FDB6007A-6669-44EB-9483-ED56588B73D5}" type="presOf" srcId="{8B1CC17B-9C8A-4737-9EC0-49C7132DA396}" destId="{1AEA437B-6655-4CAF-9864-5976D285248A}" srcOrd="0" destOrd="0" presId="urn:microsoft.com/office/officeart/2008/layout/LinedList"/>
    <dgm:cxn modelId="{01F08B83-E46A-4007-B06E-E0BDBD35327A}" srcId="{DCDF33DE-492A-492B-871C-3DD5E78728A0}" destId="{8B1CC17B-9C8A-4737-9EC0-49C7132DA396}" srcOrd="2" destOrd="0" parTransId="{71FCE1EE-6A4A-432D-9F02-71A0BB88D8FE}" sibTransId="{AAB3A4F4-298D-4672-A6DA-52831408F214}"/>
    <dgm:cxn modelId="{D06D8AA6-7D5A-4008-9BA2-919985D849F8}" type="presOf" srcId="{BA3A4C28-55D5-44D1-8882-107473F383AA}" destId="{C25D090F-B28C-4A83-BEB9-7AFB0BCB25BD}" srcOrd="0" destOrd="0" presId="urn:microsoft.com/office/officeart/2008/layout/LinedList"/>
    <dgm:cxn modelId="{7922A0A8-8D2B-462D-ACF8-BDFFB7F15D81}" srcId="{DCDF33DE-492A-492B-871C-3DD5E78728A0}" destId="{A3706344-1622-4314-9C28-1DDDB756401D}" srcOrd="4" destOrd="0" parTransId="{34EEADB4-A859-477C-9B21-D05A348B3881}" sibTransId="{E55F384C-B78D-40AD-BBB9-89FF10FBD56F}"/>
    <dgm:cxn modelId="{74322CB7-EAC4-4D0F-BCF8-47DCA1A75CA9}" srcId="{DCDF33DE-492A-492B-871C-3DD5E78728A0}" destId="{BA3A4C28-55D5-44D1-8882-107473F383AA}" srcOrd="1" destOrd="0" parTransId="{A86E498E-1EC0-44E3-B572-CF2A8E1C963D}" sibTransId="{667DF836-375E-4626-B9B0-72D21F353322}"/>
    <dgm:cxn modelId="{F9CFBBCF-48B7-412B-A96F-505FDDCFA59B}" srcId="{DCDF33DE-492A-492B-871C-3DD5E78728A0}" destId="{5DCDE124-EFE2-48CA-A2A7-340D76B9655B}" srcOrd="3" destOrd="0" parTransId="{CF035011-756C-4649-B23F-A0BA26ED4627}" sibTransId="{48A8C45E-9911-4182-9837-5F3D7AAFE498}"/>
    <dgm:cxn modelId="{CA7E38F2-3D86-4966-9A43-98E3679B7D5F}" type="presParOf" srcId="{8E8A6162-8350-4E69-BFF8-02FFCCE92FE3}" destId="{C3364643-4A22-45EB-9314-E02420D7281D}" srcOrd="0" destOrd="0" presId="urn:microsoft.com/office/officeart/2008/layout/LinedList"/>
    <dgm:cxn modelId="{E6386306-2D48-4655-9ADE-9CBD7334D48D}" type="presParOf" srcId="{8E8A6162-8350-4E69-BFF8-02FFCCE92FE3}" destId="{B75FA6F1-AA43-4F87-A752-63884A57B09E}" srcOrd="1" destOrd="0" presId="urn:microsoft.com/office/officeart/2008/layout/LinedList"/>
    <dgm:cxn modelId="{49F01B4F-99E7-486F-85E0-CC91FAC88183}" type="presParOf" srcId="{B75FA6F1-AA43-4F87-A752-63884A57B09E}" destId="{28B989F6-AD5E-41FC-B91E-44EB9FD80D8B}" srcOrd="0" destOrd="0" presId="urn:microsoft.com/office/officeart/2008/layout/LinedList"/>
    <dgm:cxn modelId="{0441D55D-8B2E-418E-99C9-A0C9E3E9759D}" type="presParOf" srcId="{B75FA6F1-AA43-4F87-A752-63884A57B09E}" destId="{149FACD5-C6BD-4534-893F-A17C1AD172A1}" srcOrd="1" destOrd="0" presId="urn:microsoft.com/office/officeart/2008/layout/LinedList"/>
    <dgm:cxn modelId="{CFE28AD9-B850-4BD8-821D-CF7FB33FB877}" type="presParOf" srcId="{8E8A6162-8350-4E69-BFF8-02FFCCE92FE3}" destId="{9566959E-784B-45A9-8DD7-6C24C3E54961}" srcOrd="2" destOrd="0" presId="urn:microsoft.com/office/officeart/2008/layout/LinedList"/>
    <dgm:cxn modelId="{73EF7952-163F-4BF6-A5CE-532B6E00601E}" type="presParOf" srcId="{8E8A6162-8350-4E69-BFF8-02FFCCE92FE3}" destId="{4E127AF6-F1FB-480A-A89F-DB53D9AF8868}" srcOrd="3" destOrd="0" presId="urn:microsoft.com/office/officeart/2008/layout/LinedList"/>
    <dgm:cxn modelId="{E2D506F0-282B-4DC8-B16D-9D2127112EED}" type="presParOf" srcId="{4E127AF6-F1FB-480A-A89F-DB53D9AF8868}" destId="{C25D090F-B28C-4A83-BEB9-7AFB0BCB25BD}" srcOrd="0" destOrd="0" presId="urn:microsoft.com/office/officeart/2008/layout/LinedList"/>
    <dgm:cxn modelId="{FF3AC0FD-95F3-46F6-B347-74FFD69F39F2}" type="presParOf" srcId="{4E127AF6-F1FB-480A-A89F-DB53D9AF8868}" destId="{E232939B-101B-4782-B8EF-D362B974249A}" srcOrd="1" destOrd="0" presId="urn:microsoft.com/office/officeart/2008/layout/LinedList"/>
    <dgm:cxn modelId="{C034D1F2-0482-46A2-8949-23206DE36625}" type="presParOf" srcId="{8E8A6162-8350-4E69-BFF8-02FFCCE92FE3}" destId="{843C9243-082F-4FD1-AFF2-33717E7D1ED4}" srcOrd="4" destOrd="0" presId="urn:microsoft.com/office/officeart/2008/layout/LinedList"/>
    <dgm:cxn modelId="{9F49BDF4-0099-4587-8BCC-B0E5D5AA6FAB}" type="presParOf" srcId="{8E8A6162-8350-4E69-BFF8-02FFCCE92FE3}" destId="{7E3D87B7-4ABA-4D0A-8DAB-4A86B2DA825C}" srcOrd="5" destOrd="0" presId="urn:microsoft.com/office/officeart/2008/layout/LinedList"/>
    <dgm:cxn modelId="{5C74901A-8C54-48F7-9DE7-1F17A90F204B}" type="presParOf" srcId="{7E3D87B7-4ABA-4D0A-8DAB-4A86B2DA825C}" destId="{1AEA437B-6655-4CAF-9864-5976D285248A}" srcOrd="0" destOrd="0" presId="urn:microsoft.com/office/officeart/2008/layout/LinedList"/>
    <dgm:cxn modelId="{FEA12CA9-9CE2-44F5-A560-1BA5C0A50E25}" type="presParOf" srcId="{7E3D87B7-4ABA-4D0A-8DAB-4A86B2DA825C}" destId="{2F82491A-7643-4C9F-856A-EF17CFF5329A}" srcOrd="1" destOrd="0" presId="urn:microsoft.com/office/officeart/2008/layout/LinedList"/>
    <dgm:cxn modelId="{2F309FE3-7B5E-4855-BAE0-F3E3939271CC}" type="presParOf" srcId="{8E8A6162-8350-4E69-BFF8-02FFCCE92FE3}" destId="{DD6CB043-DD4C-48D7-9ACE-CBB73B7F2503}" srcOrd="6" destOrd="0" presId="urn:microsoft.com/office/officeart/2008/layout/LinedList"/>
    <dgm:cxn modelId="{3C35DCD3-2D34-49AC-87DA-D23B70C5C1DA}" type="presParOf" srcId="{8E8A6162-8350-4E69-BFF8-02FFCCE92FE3}" destId="{AAD2F991-7F3F-4175-B82E-FAFC9F9E5AFA}" srcOrd="7" destOrd="0" presId="urn:microsoft.com/office/officeart/2008/layout/LinedList"/>
    <dgm:cxn modelId="{8F39C0E9-04C1-43EF-ADDC-8128CEE95BBB}" type="presParOf" srcId="{AAD2F991-7F3F-4175-B82E-FAFC9F9E5AFA}" destId="{049F2EB1-1FC0-42D5-AF9F-AD3E311C0006}" srcOrd="0" destOrd="0" presId="urn:microsoft.com/office/officeart/2008/layout/LinedList"/>
    <dgm:cxn modelId="{D46DFDFF-ADBB-4BE3-978C-1DAA4AD7B0F6}" type="presParOf" srcId="{AAD2F991-7F3F-4175-B82E-FAFC9F9E5AFA}" destId="{70D35F7B-B54B-447F-B81D-6A2FC4B86188}" srcOrd="1" destOrd="0" presId="urn:microsoft.com/office/officeart/2008/layout/LinedList"/>
    <dgm:cxn modelId="{8533CB91-CE5F-4487-BEE3-EE78B2747EA3}" type="presParOf" srcId="{8E8A6162-8350-4E69-BFF8-02FFCCE92FE3}" destId="{C7D6492A-07FC-49A7-970C-CAB60D466696}" srcOrd="8" destOrd="0" presId="urn:microsoft.com/office/officeart/2008/layout/LinedList"/>
    <dgm:cxn modelId="{650E4BB7-F533-4D75-B628-E6FC4AE588BD}" type="presParOf" srcId="{8E8A6162-8350-4E69-BFF8-02FFCCE92FE3}" destId="{AD89F7FF-47B6-45F7-8B46-6E6005A0D9D8}" srcOrd="9" destOrd="0" presId="urn:microsoft.com/office/officeart/2008/layout/LinedList"/>
    <dgm:cxn modelId="{C7232BBE-2957-413C-A553-26A292D92E35}" type="presParOf" srcId="{AD89F7FF-47B6-45F7-8B46-6E6005A0D9D8}" destId="{64D61218-805E-420E-A69E-9C72C21B3A0A}" srcOrd="0" destOrd="0" presId="urn:microsoft.com/office/officeart/2008/layout/LinedList"/>
    <dgm:cxn modelId="{C586BF02-9709-4671-8DEA-E9145330BC56}" type="presParOf" srcId="{AD89F7FF-47B6-45F7-8B46-6E6005A0D9D8}" destId="{B8BCA8B3-FC31-4118-8B7E-86E6B3F1CAA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F67796-C095-4034-BB00-CCF1EAA5CEA9}">
      <dsp:nvSpPr>
        <dsp:cNvPr id="0" name=""/>
        <dsp:cNvSpPr/>
      </dsp:nvSpPr>
      <dsp:spPr>
        <a:xfrm>
          <a:off x="1014450" y="525476"/>
          <a:ext cx="1265962" cy="1265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993DCC-2534-4D1B-9E72-DC9B07B14D1D}">
      <dsp:nvSpPr>
        <dsp:cNvPr id="0" name=""/>
        <dsp:cNvSpPr/>
      </dsp:nvSpPr>
      <dsp:spPr>
        <a:xfrm>
          <a:off x="240806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Final project review for ChadaTech leadership</a:t>
          </a:r>
        </a:p>
      </dsp:txBody>
      <dsp:txXfrm>
        <a:off x="240806" y="2141959"/>
        <a:ext cx="2813250" cy="720000"/>
      </dsp:txXfrm>
    </dsp:sp>
    <dsp:sp modelId="{05460463-442F-42D1-A214-C6B000FCE561}">
      <dsp:nvSpPr>
        <dsp:cNvPr id="0" name=""/>
        <dsp:cNvSpPr/>
      </dsp:nvSpPr>
      <dsp:spPr>
        <a:xfrm>
          <a:off x="4320018" y="525476"/>
          <a:ext cx="1265962" cy="1265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895AF-CC78-4A75-8B1D-F59BA424B7AC}">
      <dsp:nvSpPr>
        <dsp:cNvPr id="0" name=""/>
        <dsp:cNvSpPr/>
      </dsp:nvSpPr>
      <dsp:spPr>
        <a:xfrm>
          <a:off x="3546375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Goal: evaluate Scrum and compare it with Waterfall</a:t>
          </a:r>
        </a:p>
      </dsp:txBody>
      <dsp:txXfrm>
        <a:off x="3546375" y="2141959"/>
        <a:ext cx="2813250" cy="720000"/>
      </dsp:txXfrm>
    </dsp:sp>
    <dsp:sp modelId="{C1D3B2B0-4973-44BE-9B17-C8EFFDDA794B}">
      <dsp:nvSpPr>
        <dsp:cNvPr id="0" name=""/>
        <dsp:cNvSpPr/>
      </dsp:nvSpPr>
      <dsp:spPr>
        <a:xfrm>
          <a:off x="7625587" y="525476"/>
          <a:ext cx="1265962" cy="12659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77E628-A27F-4151-B1E9-8ECF3C976E77}">
      <dsp:nvSpPr>
        <dsp:cNvPr id="0" name=""/>
        <dsp:cNvSpPr/>
      </dsp:nvSpPr>
      <dsp:spPr>
        <a:xfrm>
          <a:off x="6851943" y="2141959"/>
          <a:ext cx="2813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Project context: a travel application developed through course artifacts and role-based assignments</a:t>
          </a:r>
        </a:p>
      </dsp:txBody>
      <dsp:txXfrm>
        <a:off x="6851943" y="2141959"/>
        <a:ext cx="2813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875C98-B8A2-4FAD-853F-56D2A40DF1C4}">
      <dsp:nvSpPr>
        <dsp:cNvPr id="0" name=""/>
        <dsp:cNvSpPr/>
      </dsp:nvSpPr>
      <dsp:spPr>
        <a:xfrm>
          <a:off x="0" y="95109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Agile delivers work in small increments and adapts to feedback.</a:t>
          </a:r>
        </a:p>
      </dsp:txBody>
      <dsp:txXfrm>
        <a:off x="51885" y="146994"/>
        <a:ext cx="5942362" cy="959101"/>
      </dsp:txXfrm>
    </dsp:sp>
    <dsp:sp modelId="{E3312312-7283-402C-ABD6-D59ED4BE1DB6}">
      <dsp:nvSpPr>
        <dsp:cNvPr id="0" name=""/>
        <dsp:cNvSpPr/>
      </dsp:nvSpPr>
      <dsp:spPr>
        <a:xfrm>
          <a:off x="0" y="1212701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702026"/>
                <a:satOff val="-8066"/>
                <a:lumOff val="3922"/>
                <a:alphaOff val="0"/>
                <a:tint val="96000"/>
                <a:lumMod val="104000"/>
              </a:schemeClr>
            </a:gs>
            <a:gs pos="100000">
              <a:schemeClr val="accent2">
                <a:hueOff val="702026"/>
                <a:satOff val="-8066"/>
                <a:lumOff val="3922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Scrum organizes work into time-boxed Sprints.</a:t>
          </a:r>
        </a:p>
      </dsp:txBody>
      <dsp:txXfrm>
        <a:off x="51885" y="1264586"/>
        <a:ext cx="5942362" cy="959101"/>
      </dsp:txXfrm>
    </dsp:sp>
    <dsp:sp modelId="{1EB7C4D4-CD1B-4A1A-B7C1-AB99BD861591}">
      <dsp:nvSpPr>
        <dsp:cNvPr id="0" name=""/>
        <dsp:cNvSpPr/>
      </dsp:nvSpPr>
      <dsp:spPr>
        <a:xfrm>
          <a:off x="0" y="2330293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1404052"/>
                <a:satOff val="-16133"/>
                <a:lumOff val="7844"/>
                <a:alphaOff val="0"/>
                <a:tint val="96000"/>
                <a:lumMod val="104000"/>
              </a:schemeClr>
            </a:gs>
            <a:gs pos="100000">
              <a:schemeClr val="accent2">
                <a:hueOff val="1404052"/>
                <a:satOff val="-16133"/>
                <a:lumOff val="784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Transparency, inspection, and adaptation help teams learn and adjust.</a:t>
          </a:r>
        </a:p>
      </dsp:txBody>
      <dsp:txXfrm>
        <a:off x="51885" y="2382178"/>
        <a:ext cx="5942362" cy="959101"/>
      </dsp:txXfrm>
    </dsp:sp>
    <dsp:sp modelId="{62FAE8F8-0A3A-46A0-9E48-6B322A6A14C1}">
      <dsp:nvSpPr>
        <dsp:cNvPr id="0" name=""/>
        <dsp:cNvSpPr/>
      </dsp:nvSpPr>
      <dsp:spPr>
        <a:xfrm>
          <a:off x="0" y="3447884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2106078"/>
                <a:satOff val="-24199"/>
                <a:lumOff val="11766"/>
                <a:alphaOff val="0"/>
                <a:tint val="96000"/>
                <a:lumMod val="104000"/>
              </a:schemeClr>
            </a:gs>
            <a:gs pos="100000">
              <a:schemeClr val="accent2">
                <a:hueOff val="2106078"/>
                <a:satOff val="-24199"/>
                <a:lumOff val="11766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For SNHU Travel, features such as a Top Five Destination List could be planned and evaluated as separate user stories.</a:t>
          </a:r>
        </a:p>
      </dsp:txBody>
      <dsp:txXfrm>
        <a:off x="51885" y="3499769"/>
        <a:ext cx="5942362" cy="95910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5042F34-0E1B-4ABA-B82B-57803E012973}">
      <dsp:nvSpPr>
        <dsp:cNvPr id="0" name=""/>
        <dsp:cNvSpPr/>
      </dsp:nvSpPr>
      <dsp:spPr>
        <a:xfrm>
          <a:off x="522964" y="1319"/>
          <a:ext cx="1030447" cy="103044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233036-B966-4EB1-986A-027715A0AE25}">
      <dsp:nvSpPr>
        <dsp:cNvPr id="0" name=""/>
        <dsp:cNvSpPr/>
      </dsp:nvSpPr>
      <dsp:spPr>
        <a:xfrm>
          <a:off x="742568" y="220922"/>
          <a:ext cx="591240" cy="591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3B249-2EBA-4E1F-83C8-858FC1BB48A7}">
      <dsp:nvSpPr>
        <dsp:cNvPr id="0" name=""/>
        <dsp:cNvSpPr/>
      </dsp:nvSpPr>
      <dsp:spPr>
        <a:xfrm>
          <a:off x="193559" y="1352725"/>
          <a:ext cx="1689257" cy="739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Product Owner: clarifies product value, manages and prioritizes the Product Backlog.</a:t>
          </a:r>
        </a:p>
      </dsp:txBody>
      <dsp:txXfrm>
        <a:off x="193559" y="1352725"/>
        <a:ext cx="1689257" cy="739050"/>
      </dsp:txXfrm>
    </dsp:sp>
    <dsp:sp modelId="{431CBEE2-9427-4B1C-BDB6-1D166E909331}">
      <dsp:nvSpPr>
        <dsp:cNvPr id="0" name=""/>
        <dsp:cNvSpPr/>
      </dsp:nvSpPr>
      <dsp:spPr>
        <a:xfrm>
          <a:off x="2507842" y="1319"/>
          <a:ext cx="1030447" cy="103044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E1492FC-AD05-4E87-A599-7E3BCF8063DC}">
      <dsp:nvSpPr>
        <dsp:cNvPr id="0" name=""/>
        <dsp:cNvSpPr/>
      </dsp:nvSpPr>
      <dsp:spPr>
        <a:xfrm>
          <a:off x="2727446" y="220922"/>
          <a:ext cx="591240" cy="591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1675CB-58B4-4CBA-8015-4B33F03252E6}">
      <dsp:nvSpPr>
        <dsp:cNvPr id="0" name=""/>
        <dsp:cNvSpPr/>
      </dsp:nvSpPr>
      <dsp:spPr>
        <a:xfrm>
          <a:off x="2178437" y="1352725"/>
          <a:ext cx="1689257" cy="739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Scrum Master: helps the team use Scrum effectively and works to remove impediments.</a:t>
          </a:r>
        </a:p>
      </dsp:txBody>
      <dsp:txXfrm>
        <a:off x="2178437" y="1352725"/>
        <a:ext cx="1689257" cy="739050"/>
      </dsp:txXfrm>
    </dsp:sp>
    <dsp:sp modelId="{8A251515-E723-4608-BABF-1B85A849751D}">
      <dsp:nvSpPr>
        <dsp:cNvPr id="0" name=""/>
        <dsp:cNvSpPr/>
      </dsp:nvSpPr>
      <dsp:spPr>
        <a:xfrm>
          <a:off x="4492720" y="1319"/>
          <a:ext cx="1030447" cy="103044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0CDB72-0770-4D39-A34E-D81F6FF1A11C}">
      <dsp:nvSpPr>
        <dsp:cNvPr id="0" name=""/>
        <dsp:cNvSpPr/>
      </dsp:nvSpPr>
      <dsp:spPr>
        <a:xfrm>
          <a:off x="4712324" y="220922"/>
          <a:ext cx="591240" cy="591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0EFF84-CBCA-4B7E-AEB1-64A2D3EBE742}">
      <dsp:nvSpPr>
        <dsp:cNvPr id="0" name=""/>
        <dsp:cNvSpPr/>
      </dsp:nvSpPr>
      <dsp:spPr>
        <a:xfrm>
          <a:off x="4163315" y="1352725"/>
          <a:ext cx="1689257" cy="739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Developers: plan and create a usable increment that meets the agreed quality expectations.</a:t>
          </a:r>
        </a:p>
      </dsp:txBody>
      <dsp:txXfrm>
        <a:off x="4163315" y="1352725"/>
        <a:ext cx="1689257" cy="739050"/>
      </dsp:txXfrm>
    </dsp:sp>
    <dsp:sp modelId="{492C6B9B-FF14-4797-93DB-2A70E8C34158}">
      <dsp:nvSpPr>
        <dsp:cNvPr id="0" name=""/>
        <dsp:cNvSpPr/>
      </dsp:nvSpPr>
      <dsp:spPr>
        <a:xfrm>
          <a:off x="2507842" y="2514090"/>
          <a:ext cx="1030447" cy="1030447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E7189B5-7CE9-4EF7-9BFA-E4A39A10C183}">
      <dsp:nvSpPr>
        <dsp:cNvPr id="0" name=""/>
        <dsp:cNvSpPr/>
      </dsp:nvSpPr>
      <dsp:spPr>
        <a:xfrm>
          <a:off x="2727446" y="2733693"/>
          <a:ext cx="591240" cy="59124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3609F-C3A5-4FA2-9F8F-784BE7B672F0}">
      <dsp:nvSpPr>
        <dsp:cNvPr id="0" name=""/>
        <dsp:cNvSpPr/>
      </dsp:nvSpPr>
      <dsp:spPr>
        <a:xfrm>
          <a:off x="2178437" y="3865496"/>
          <a:ext cx="1689257" cy="7390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The roles collaborate toward one product goal; they are not isolated departments.</a:t>
          </a:r>
        </a:p>
      </dsp:txBody>
      <dsp:txXfrm>
        <a:off x="2178437" y="3865496"/>
        <a:ext cx="1689257" cy="73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712524-D027-4269-AD10-DEED65870DDB}">
      <dsp:nvSpPr>
        <dsp:cNvPr id="0" name=""/>
        <dsp:cNvSpPr/>
      </dsp:nvSpPr>
      <dsp:spPr>
        <a:xfrm>
          <a:off x="0" y="0"/>
          <a:ext cx="4655522" cy="8290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Discovery and planning: understand user needs and create a prioritized backlog.</a:t>
          </a:r>
        </a:p>
      </dsp:txBody>
      <dsp:txXfrm>
        <a:off x="24282" y="24282"/>
        <a:ext cx="3663907" cy="780491"/>
      </dsp:txXfrm>
    </dsp:sp>
    <dsp:sp modelId="{0A685CBC-E374-4072-A336-6237E4DBF1EC}">
      <dsp:nvSpPr>
        <dsp:cNvPr id="0" name=""/>
        <dsp:cNvSpPr/>
      </dsp:nvSpPr>
      <dsp:spPr>
        <a:xfrm>
          <a:off x="347652" y="944202"/>
          <a:ext cx="4655522" cy="8290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26520"/>
                <a:satOff val="-6050"/>
                <a:lumOff val="2941"/>
                <a:alphaOff val="0"/>
                <a:tint val="96000"/>
                <a:lumMod val="104000"/>
              </a:schemeClr>
            </a:gs>
            <a:gs pos="100000">
              <a:schemeClr val="accent2">
                <a:hueOff val="526520"/>
                <a:satOff val="-6050"/>
                <a:lumOff val="2941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and development: select stories and build a small increment during a Sprint.</a:t>
          </a:r>
        </a:p>
      </dsp:txBody>
      <dsp:txXfrm>
        <a:off x="371934" y="968484"/>
        <a:ext cx="3720419" cy="780491"/>
      </dsp:txXfrm>
    </dsp:sp>
    <dsp:sp modelId="{6EE8FEAF-EABE-4E9A-9612-4703400D68BB}">
      <dsp:nvSpPr>
        <dsp:cNvPr id="0" name=""/>
        <dsp:cNvSpPr/>
      </dsp:nvSpPr>
      <dsp:spPr>
        <a:xfrm>
          <a:off x="695305" y="1888405"/>
          <a:ext cx="4655522" cy="8290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053039"/>
                <a:satOff val="-12100"/>
                <a:lumOff val="5883"/>
                <a:alphaOff val="0"/>
                <a:tint val="96000"/>
                <a:lumMod val="104000"/>
              </a:schemeClr>
            </a:gs>
            <a:gs pos="100000">
              <a:schemeClr val="accent2">
                <a:hueOff val="1053039"/>
                <a:satOff val="-12100"/>
                <a:lumOff val="5883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Testing: check functionality against acceptance criteria and the definition of done.</a:t>
          </a:r>
        </a:p>
      </dsp:txBody>
      <dsp:txXfrm>
        <a:off x="719587" y="1912687"/>
        <a:ext cx="3720419" cy="780491"/>
      </dsp:txXfrm>
    </dsp:sp>
    <dsp:sp modelId="{A25DD1DF-83BE-4505-938E-9AABD609CBD4}">
      <dsp:nvSpPr>
        <dsp:cNvPr id="0" name=""/>
        <dsp:cNvSpPr/>
      </dsp:nvSpPr>
      <dsp:spPr>
        <a:xfrm>
          <a:off x="1042957" y="2832607"/>
          <a:ext cx="4655522" cy="8290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1579559"/>
                <a:satOff val="-18149"/>
                <a:lumOff val="8824"/>
                <a:alphaOff val="0"/>
                <a:tint val="96000"/>
                <a:lumMod val="104000"/>
              </a:schemeClr>
            </a:gs>
            <a:gs pos="100000">
              <a:schemeClr val="accent2">
                <a:hueOff val="1579559"/>
                <a:satOff val="-18149"/>
                <a:lumOff val="882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Review and release: inspect completed work, gather feedback, and decide next steps.</a:t>
          </a:r>
        </a:p>
      </dsp:txBody>
      <dsp:txXfrm>
        <a:off x="1067239" y="2856889"/>
        <a:ext cx="3720419" cy="780491"/>
      </dsp:txXfrm>
    </dsp:sp>
    <dsp:sp modelId="{1CCD3D8A-E7B4-43D5-8C38-AF1D5598133F}">
      <dsp:nvSpPr>
        <dsp:cNvPr id="0" name=""/>
        <dsp:cNvSpPr/>
      </dsp:nvSpPr>
      <dsp:spPr>
        <a:xfrm>
          <a:off x="1390610" y="3776810"/>
          <a:ext cx="4655522" cy="82905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106078"/>
                <a:satOff val="-24199"/>
                <a:lumOff val="11766"/>
                <a:alphaOff val="0"/>
                <a:tint val="96000"/>
                <a:lumMod val="104000"/>
              </a:schemeClr>
            </a:gs>
            <a:gs pos="100000">
              <a:schemeClr val="accent2">
                <a:hueOff val="2106078"/>
                <a:satOff val="-24199"/>
                <a:lumOff val="11766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Retrospective: identify one or more process improvements for the next Sprint.</a:t>
          </a:r>
        </a:p>
      </dsp:txBody>
      <dsp:txXfrm>
        <a:off x="1414892" y="3801092"/>
        <a:ext cx="3720419" cy="780491"/>
      </dsp:txXfrm>
    </dsp:sp>
    <dsp:sp modelId="{6BCF7279-D9D4-4A50-BC06-FDD171509D3C}">
      <dsp:nvSpPr>
        <dsp:cNvPr id="0" name=""/>
        <dsp:cNvSpPr/>
      </dsp:nvSpPr>
      <dsp:spPr>
        <a:xfrm>
          <a:off x="4116636" y="605671"/>
          <a:ext cx="538886" cy="5388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237885" y="605671"/>
        <a:ext cx="296388" cy="405512"/>
      </dsp:txXfrm>
    </dsp:sp>
    <dsp:sp modelId="{DFC52A7D-D65A-457B-A0C2-C64572C84A88}">
      <dsp:nvSpPr>
        <dsp:cNvPr id="0" name=""/>
        <dsp:cNvSpPr/>
      </dsp:nvSpPr>
      <dsp:spPr>
        <a:xfrm>
          <a:off x="4464288" y="1549873"/>
          <a:ext cx="538886" cy="5388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923185"/>
            <a:satOff val="-2628"/>
            <a:lumOff val="303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923185"/>
              <a:satOff val="-2628"/>
              <a:lumOff val="30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585537" y="1549873"/>
        <a:ext cx="296388" cy="405512"/>
      </dsp:txXfrm>
    </dsp:sp>
    <dsp:sp modelId="{B24256D0-DFA7-461B-B601-40C2FC966DC2}">
      <dsp:nvSpPr>
        <dsp:cNvPr id="0" name=""/>
        <dsp:cNvSpPr/>
      </dsp:nvSpPr>
      <dsp:spPr>
        <a:xfrm>
          <a:off x="4811941" y="2480258"/>
          <a:ext cx="538886" cy="5388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1846370"/>
            <a:satOff val="-5255"/>
            <a:lumOff val="605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1846370"/>
              <a:satOff val="-5255"/>
              <a:lumOff val="60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4933190" y="2480258"/>
        <a:ext cx="296388" cy="405512"/>
      </dsp:txXfrm>
    </dsp:sp>
    <dsp:sp modelId="{DCB6834A-9A46-457F-B13D-B355348CF8EF}">
      <dsp:nvSpPr>
        <dsp:cNvPr id="0" name=""/>
        <dsp:cNvSpPr/>
      </dsp:nvSpPr>
      <dsp:spPr>
        <a:xfrm>
          <a:off x="5159594" y="3433673"/>
          <a:ext cx="538886" cy="53888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2769554"/>
            <a:satOff val="-7883"/>
            <a:lumOff val="90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2769554"/>
              <a:satOff val="-7883"/>
              <a:lumOff val="90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400" kern="1200"/>
        </a:p>
      </dsp:txBody>
      <dsp:txXfrm>
        <a:off x="5280843" y="3433673"/>
        <a:ext cx="296388" cy="4055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500BE2-E39E-4416-B725-C4A2D05714B9}">
      <dsp:nvSpPr>
        <dsp:cNvPr id="0" name=""/>
        <dsp:cNvSpPr/>
      </dsp:nvSpPr>
      <dsp:spPr>
        <a:xfrm>
          <a:off x="0" y="95109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Waterfall: sequential phases, extensive upfront planning, and later-stage change can be costly.</a:t>
          </a:r>
        </a:p>
      </dsp:txBody>
      <dsp:txXfrm>
        <a:off x="51885" y="146994"/>
        <a:ext cx="5942362" cy="959101"/>
      </dsp:txXfrm>
    </dsp:sp>
    <dsp:sp modelId="{398D9DF9-7E5D-41E8-8AF7-BA4F143ECDB7}">
      <dsp:nvSpPr>
        <dsp:cNvPr id="0" name=""/>
        <dsp:cNvSpPr/>
      </dsp:nvSpPr>
      <dsp:spPr>
        <a:xfrm>
          <a:off x="0" y="1212701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702026"/>
                <a:satOff val="-8066"/>
                <a:lumOff val="3922"/>
                <a:alphaOff val="0"/>
                <a:tint val="96000"/>
                <a:lumMod val="104000"/>
              </a:schemeClr>
            </a:gs>
            <a:gs pos="100000">
              <a:schemeClr val="accent2">
                <a:hueOff val="702026"/>
                <a:satOff val="-8066"/>
                <a:lumOff val="3922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Agile: iterative delivery, frequent feedback, and reprioritization between Sprints.</a:t>
          </a:r>
        </a:p>
      </dsp:txBody>
      <dsp:txXfrm>
        <a:off x="51885" y="1264586"/>
        <a:ext cx="5942362" cy="959101"/>
      </dsp:txXfrm>
    </dsp:sp>
    <dsp:sp modelId="{C84B1414-F83C-44AE-B9A8-9B7D331EE587}">
      <dsp:nvSpPr>
        <dsp:cNvPr id="0" name=""/>
        <dsp:cNvSpPr/>
      </dsp:nvSpPr>
      <dsp:spPr>
        <a:xfrm>
          <a:off x="0" y="2330293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1404052"/>
                <a:satOff val="-16133"/>
                <a:lumOff val="7844"/>
                <a:alphaOff val="0"/>
                <a:tint val="96000"/>
                <a:lumMod val="104000"/>
              </a:schemeClr>
            </a:gs>
            <a:gs pos="100000">
              <a:schemeClr val="accent2">
                <a:hueOff val="1404052"/>
                <a:satOff val="-16133"/>
                <a:lumOff val="784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Example: a change to destination details may be moved up the backlog in Agile.</a:t>
          </a:r>
        </a:p>
      </dsp:txBody>
      <dsp:txXfrm>
        <a:off x="51885" y="2382178"/>
        <a:ext cx="5942362" cy="959101"/>
      </dsp:txXfrm>
    </dsp:sp>
    <dsp:sp modelId="{A538538C-7572-49C8-8461-FB065D36A10E}">
      <dsp:nvSpPr>
        <dsp:cNvPr id="0" name=""/>
        <dsp:cNvSpPr/>
      </dsp:nvSpPr>
      <dsp:spPr>
        <a:xfrm>
          <a:off x="0" y="3447884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2106078"/>
                <a:satOff val="-24199"/>
                <a:lumOff val="11766"/>
                <a:alphaOff val="0"/>
                <a:tint val="96000"/>
                <a:lumMod val="104000"/>
              </a:schemeClr>
            </a:gs>
            <a:gs pos="100000">
              <a:schemeClr val="accent2">
                <a:hueOff val="2106078"/>
                <a:satOff val="-24199"/>
                <a:lumOff val="11766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In Waterfall, the same change could require revisiting approved requirements, design, and schedule.</a:t>
          </a:r>
        </a:p>
      </dsp:txBody>
      <dsp:txXfrm>
        <a:off x="51885" y="3499769"/>
        <a:ext cx="5942362" cy="95910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92FC0EB-59D6-4C1E-9693-A134FF7D4A60}">
      <dsp:nvSpPr>
        <dsp:cNvPr id="0" name=""/>
        <dsp:cNvSpPr/>
      </dsp:nvSpPr>
      <dsp:spPr>
        <a:xfrm>
          <a:off x="0" y="93522"/>
          <a:ext cx="6046132" cy="83537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Jira or Azure Boards: organize stories, priorities, tasks, status, and blockers.</a:t>
          </a:r>
        </a:p>
      </dsp:txBody>
      <dsp:txXfrm>
        <a:off x="40780" y="134302"/>
        <a:ext cx="5964572" cy="753819"/>
      </dsp:txXfrm>
    </dsp:sp>
    <dsp:sp modelId="{9E34DF7E-E454-4D44-8297-A55B3168D379}">
      <dsp:nvSpPr>
        <dsp:cNvPr id="0" name=""/>
        <dsp:cNvSpPr/>
      </dsp:nvSpPr>
      <dsp:spPr>
        <a:xfrm>
          <a:off x="0" y="989382"/>
          <a:ext cx="6046132" cy="835379"/>
        </a:xfrm>
        <a:prstGeom prst="roundRect">
          <a:avLst/>
        </a:prstGeom>
        <a:gradFill rotWithShape="0">
          <a:gsLst>
            <a:gs pos="0">
              <a:schemeClr val="accent2">
                <a:hueOff val="526520"/>
                <a:satOff val="-6050"/>
                <a:lumOff val="2941"/>
                <a:alphaOff val="0"/>
                <a:tint val="96000"/>
                <a:lumMod val="104000"/>
              </a:schemeClr>
            </a:gs>
            <a:gs pos="100000">
              <a:schemeClr val="accent2">
                <a:hueOff val="526520"/>
                <a:satOff val="-6050"/>
                <a:lumOff val="2941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Sprint Planning: agree on the goal and select achievable work.</a:t>
          </a:r>
        </a:p>
      </dsp:txBody>
      <dsp:txXfrm>
        <a:off x="40780" y="1030162"/>
        <a:ext cx="5964572" cy="753819"/>
      </dsp:txXfrm>
    </dsp:sp>
    <dsp:sp modelId="{A2258761-8E89-4C6B-A7F3-E1195C4DE3C8}">
      <dsp:nvSpPr>
        <dsp:cNvPr id="0" name=""/>
        <dsp:cNvSpPr/>
      </dsp:nvSpPr>
      <dsp:spPr>
        <a:xfrm>
          <a:off x="0" y="1885242"/>
          <a:ext cx="6046132" cy="835379"/>
        </a:xfrm>
        <a:prstGeom prst="roundRect">
          <a:avLst/>
        </a:prstGeom>
        <a:gradFill rotWithShape="0">
          <a:gsLst>
            <a:gs pos="0">
              <a:schemeClr val="accent2">
                <a:hueOff val="1053039"/>
                <a:satOff val="-12100"/>
                <a:lumOff val="5883"/>
                <a:alphaOff val="0"/>
                <a:tint val="96000"/>
                <a:lumMod val="104000"/>
              </a:schemeClr>
            </a:gs>
            <a:gs pos="100000">
              <a:schemeClr val="accent2">
                <a:hueOff val="1053039"/>
                <a:satOff val="-12100"/>
                <a:lumOff val="5883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Daily Scrum: inspect progress and adapt the Developers’ plan.</a:t>
          </a:r>
        </a:p>
      </dsp:txBody>
      <dsp:txXfrm>
        <a:off x="40780" y="1926022"/>
        <a:ext cx="5964572" cy="753819"/>
      </dsp:txXfrm>
    </dsp:sp>
    <dsp:sp modelId="{BB960895-EF4D-4578-94E6-A4C5B8F4E45C}">
      <dsp:nvSpPr>
        <dsp:cNvPr id="0" name=""/>
        <dsp:cNvSpPr/>
      </dsp:nvSpPr>
      <dsp:spPr>
        <a:xfrm>
          <a:off x="0" y="2781103"/>
          <a:ext cx="6046132" cy="835379"/>
        </a:xfrm>
        <a:prstGeom prst="roundRect">
          <a:avLst/>
        </a:prstGeom>
        <a:gradFill rotWithShape="0">
          <a:gsLst>
            <a:gs pos="0">
              <a:schemeClr val="accent2">
                <a:hueOff val="1579559"/>
                <a:satOff val="-18149"/>
                <a:lumOff val="8824"/>
                <a:alphaOff val="0"/>
                <a:tint val="96000"/>
                <a:lumMod val="104000"/>
              </a:schemeClr>
            </a:gs>
            <a:gs pos="100000">
              <a:schemeClr val="accent2">
                <a:hueOff val="1579559"/>
                <a:satOff val="-18149"/>
                <a:lumOff val="882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Sprint Review: inspect the increment and gather stakeholder feedback.</a:t>
          </a:r>
        </a:p>
      </dsp:txBody>
      <dsp:txXfrm>
        <a:off x="40780" y="2821883"/>
        <a:ext cx="5964572" cy="753819"/>
      </dsp:txXfrm>
    </dsp:sp>
    <dsp:sp modelId="{E8D0FCE1-6D72-4951-AE93-6180220A32C9}">
      <dsp:nvSpPr>
        <dsp:cNvPr id="0" name=""/>
        <dsp:cNvSpPr/>
      </dsp:nvSpPr>
      <dsp:spPr>
        <a:xfrm>
          <a:off x="0" y="3676963"/>
          <a:ext cx="6046132" cy="835379"/>
        </a:xfrm>
        <a:prstGeom prst="roundRect">
          <a:avLst/>
        </a:prstGeom>
        <a:gradFill rotWithShape="0">
          <a:gsLst>
            <a:gs pos="0">
              <a:schemeClr val="accent2">
                <a:hueOff val="2106078"/>
                <a:satOff val="-24199"/>
                <a:lumOff val="11766"/>
                <a:alphaOff val="0"/>
                <a:tint val="96000"/>
                <a:lumMod val="104000"/>
              </a:schemeClr>
            </a:gs>
            <a:gs pos="100000">
              <a:schemeClr val="accent2">
                <a:hueOff val="2106078"/>
                <a:satOff val="-24199"/>
                <a:lumOff val="11766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Retrospective: identify improvements to collaboration and workflow.</a:t>
          </a:r>
        </a:p>
      </dsp:txBody>
      <dsp:txXfrm>
        <a:off x="40780" y="3717743"/>
        <a:ext cx="5964572" cy="753819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F049E5-0411-43DA-BE3A-523E85C4B73D}">
      <dsp:nvSpPr>
        <dsp:cNvPr id="0" name=""/>
        <dsp:cNvSpPr/>
      </dsp:nvSpPr>
      <dsp:spPr>
        <a:xfrm>
          <a:off x="0" y="95109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Benefits: flexibility, early feedback, visible progress, and smaller deliverables.</a:t>
          </a:r>
        </a:p>
      </dsp:txBody>
      <dsp:txXfrm>
        <a:off x="51885" y="146994"/>
        <a:ext cx="5942362" cy="959101"/>
      </dsp:txXfrm>
    </dsp:sp>
    <dsp:sp modelId="{160C8601-23BA-4239-AF83-4E49D0146E4C}">
      <dsp:nvSpPr>
        <dsp:cNvPr id="0" name=""/>
        <dsp:cNvSpPr/>
      </dsp:nvSpPr>
      <dsp:spPr>
        <a:xfrm>
          <a:off x="0" y="1212701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702026"/>
                <a:satOff val="-8066"/>
                <a:lumOff val="3922"/>
                <a:alphaOff val="0"/>
                <a:tint val="96000"/>
                <a:lumMod val="104000"/>
              </a:schemeClr>
            </a:gs>
            <a:gs pos="100000">
              <a:schemeClr val="accent2">
                <a:hueOff val="702026"/>
                <a:satOff val="-8066"/>
                <a:lumOff val="3922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Risks: recurring meeting time, unclear stories causing rework, and reliance on active communication.</a:t>
          </a:r>
        </a:p>
      </dsp:txBody>
      <dsp:txXfrm>
        <a:off x="51885" y="1264586"/>
        <a:ext cx="5942362" cy="959101"/>
      </dsp:txXfrm>
    </dsp:sp>
    <dsp:sp modelId="{DF77BE23-CDFF-4A44-823D-F1D67540AEFE}">
      <dsp:nvSpPr>
        <dsp:cNvPr id="0" name=""/>
        <dsp:cNvSpPr/>
      </dsp:nvSpPr>
      <dsp:spPr>
        <a:xfrm>
          <a:off x="0" y="2330293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1404052"/>
                <a:satOff val="-16133"/>
                <a:lumOff val="7844"/>
                <a:alphaOff val="0"/>
                <a:tint val="96000"/>
                <a:lumMod val="104000"/>
              </a:schemeClr>
            </a:gs>
            <a:gs pos="100000">
              <a:schemeClr val="accent2">
                <a:hueOff val="1404052"/>
                <a:satOff val="-16133"/>
                <a:lumOff val="7844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Recommendation: Scrum is a strong fit for SNHU Travel because priorities and feature expectations can evolve.</a:t>
          </a:r>
        </a:p>
      </dsp:txBody>
      <dsp:txXfrm>
        <a:off x="51885" y="2382178"/>
        <a:ext cx="5942362" cy="959101"/>
      </dsp:txXfrm>
    </dsp:sp>
    <dsp:sp modelId="{3E58A771-7A92-4488-92D3-88504B5801B8}">
      <dsp:nvSpPr>
        <dsp:cNvPr id="0" name=""/>
        <dsp:cNvSpPr/>
      </dsp:nvSpPr>
      <dsp:spPr>
        <a:xfrm>
          <a:off x="0" y="3447884"/>
          <a:ext cx="6046132" cy="1062871"/>
        </a:xfrm>
        <a:prstGeom prst="roundRect">
          <a:avLst/>
        </a:prstGeom>
        <a:gradFill rotWithShape="0">
          <a:gsLst>
            <a:gs pos="0">
              <a:schemeClr val="accent2">
                <a:hueOff val="2106078"/>
                <a:satOff val="-24199"/>
                <a:lumOff val="11766"/>
                <a:alphaOff val="0"/>
                <a:tint val="96000"/>
                <a:lumMod val="104000"/>
              </a:schemeClr>
            </a:gs>
            <a:gs pos="100000">
              <a:schemeClr val="accent2">
                <a:hueOff val="2106078"/>
                <a:satOff val="-24199"/>
                <a:lumOff val="11766"/>
                <a:alphaOff val="0"/>
                <a:shade val="84000"/>
                <a:lumMod val="84000"/>
              </a:schemeClr>
            </a:gs>
          </a:gsLst>
          <a:lin ang="5400000" scaled="0"/>
        </a:gradFill>
        <a:ln>
          <a:noFill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 clear acceptance criteria, a maintained backlog, and actionable retrospective improvements.</a:t>
          </a:r>
        </a:p>
      </dsp:txBody>
      <dsp:txXfrm>
        <a:off x="51885" y="3499769"/>
        <a:ext cx="5942362" cy="95910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364643-4A22-45EB-9314-E02420D7281D}">
      <dsp:nvSpPr>
        <dsp:cNvPr id="0" name=""/>
        <dsp:cNvSpPr/>
      </dsp:nvSpPr>
      <dsp:spPr>
        <a:xfrm>
          <a:off x="0" y="562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8B989F6-AD5E-41FC-B91E-44EB9FD80D8B}">
      <dsp:nvSpPr>
        <dsp:cNvPr id="0" name=""/>
        <dsp:cNvSpPr/>
      </dsp:nvSpPr>
      <dsp:spPr>
        <a:xfrm>
          <a:off x="0" y="562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Atlassian. (2024, April 30). Waterfall-ish playbook: How Jira Align helps traditional projects and portfolios succeed. https://www.atlassian.com/blog/jira-align/bringing-agility-to-project-mgmt</a:t>
          </a:r>
        </a:p>
      </dsp:txBody>
      <dsp:txXfrm>
        <a:off x="0" y="562"/>
        <a:ext cx="6046132" cy="920948"/>
      </dsp:txXfrm>
    </dsp:sp>
    <dsp:sp modelId="{9566959E-784B-45A9-8DD7-6C24C3E54961}">
      <dsp:nvSpPr>
        <dsp:cNvPr id="0" name=""/>
        <dsp:cNvSpPr/>
      </dsp:nvSpPr>
      <dsp:spPr>
        <a:xfrm>
          <a:off x="0" y="921510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25D090F-B28C-4A83-BEB9-7AFB0BCB25BD}">
      <dsp:nvSpPr>
        <dsp:cNvPr id="0" name=""/>
        <dsp:cNvSpPr/>
      </dsp:nvSpPr>
      <dsp:spPr>
        <a:xfrm>
          <a:off x="0" y="921510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Atlassian. (n.d.). Agile project management: What is it and how to get started. https://www.atlassian.com/en/agile/project-management</a:t>
          </a:r>
        </a:p>
      </dsp:txBody>
      <dsp:txXfrm>
        <a:off x="0" y="921510"/>
        <a:ext cx="6046132" cy="920948"/>
      </dsp:txXfrm>
    </dsp:sp>
    <dsp:sp modelId="{843C9243-082F-4FD1-AFF2-33717E7D1ED4}">
      <dsp:nvSpPr>
        <dsp:cNvPr id="0" name=""/>
        <dsp:cNvSpPr/>
      </dsp:nvSpPr>
      <dsp:spPr>
        <a:xfrm>
          <a:off x="0" y="1842458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AEA437B-6655-4CAF-9864-5976D285248A}">
      <dsp:nvSpPr>
        <dsp:cNvPr id="0" name=""/>
        <dsp:cNvSpPr/>
      </dsp:nvSpPr>
      <dsp:spPr>
        <a:xfrm>
          <a:off x="0" y="1842458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Atlassian. (n.d.). Agile scrum roles and responsibilities. https://www.atlassian.com/agile/scrum/roles</a:t>
          </a:r>
        </a:p>
      </dsp:txBody>
      <dsp:txXfrm>
        <a:off x="0" y="1842458"/>
        <a:ext cx="6046132" cy="920948"/>
      </dsp:txXfrm>
    </dsp:sp>
    <dsp:sp modelId="{DD6CB043-DD4C-48D7-9ACE-CBB73B7F2503}">
      <dsp:nvSpPr>
        <dsp:cNvPr id="0" name=""/>
        <dsp:cNvSpPr/>
      </dsp:nvSpPr>
      <dsp:spPr>
        <a:xfrm>
          <a:off x="0" y="2763407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49F2EB1-1FC0-42D5-AF9F-AD3E311C0006}">
      <dsp:nvSpPr>
        <dsp:cNvPr id="0" name=""/>
        <dsp:cNvSpPr/>
      </dsp:nvSpPr>
      <dsp:spPr>
        <a:xfrm>
          <a:off x="0" y="2763407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Scrum.org. (n.d.). The Scrum events. https://www.scrum.org/resources/scrum-events-0</a:t>
          </a:r>
        </a:p>
      </dsp:txBody>
      <dsp:txXfrm>
        <a:off x="0" y="2763407"/>
        <a:ext cx="6046132" cy="920948"/>
      </dsp:txXfrm>
    </dsp:sp>
    <dsp:sp modelId="{C7D6492A-07FC-49A7-970C-CAB60D466696}">
      <dsp:nvSpPr>
        <dsp:cNvPr id="0" name=""/>
        <dsp:cNvSpPr/>
      </dsp:nvSpPr>
      <dsp:spPr>
        <a:xfrm>
          <a:off x="0" y="3684355"/>
          <a:ext cx="6046132" cy="0"/>
        </a:xfrm>
        <a:prstGeom prst="lin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shade val="84000"/>
                <a:lumMod val="84000"/>
              </a:schemeClr>
            </a:gs>
          </a:gsLst>
          <a:lin ang="5400000" scaled="0"/>
        </a:gradFill>
        <a:ln w="9525" cap="rnd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innerShdw blurRad="50800" dist="25400" dir="13500000">
            <a:srgbClr val="000000">
              <a:alpha val="55000"/>
            </a:srgbClr>
          </a:inn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4D61218-805E-420E-A69E-9C72C21B3A0A}">
      <dsp:nvSpPr>
        <dsp:cNvPr id="0" name=""/>
        <dsp:cNvSpPr/>
      </dsp:nvSpPr>
      <dsp:spPr>
        <a:xfrm>
          <a:off x="0" y="3684355"/>
          <a:ext cx="6046132" cy="920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AI use: ChatGPT assisted with organizing and drafting this presentation; content should be reviewed and personalized before submission.</a:t>
          </a:r>
        </a:p>
      </dsp:txBody>
      <dsp:txXfrm>
        <a:off x="0" y="3684355"/>
        <a:ext cx="6046132" cy="920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8007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Opening: This presentation summarizes lessons from the SNHU Travel course project. The course simulated team roles rather than placing students on a real team, so conclusions are based on the work artifacts and course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Agile is a broad approach and Scrum is a framework that helps teams apply iterative work. A travel product may evolve as the team learns which information customers value most.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Relate the roles to the coursework: Product Owner assignments focused on user requests and priorities; Scrum Master work involved team process and reflection; Developer work focused on implementing a selected story and meeting its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SDLC phases still exist in Agile, but they are revisited in each iteration rather than completed only once in a strict sequence. Testing should happen throughout development, not only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Avoid presenting either approach as universally best. Waterfall can suit stable, well-defined requirements or highly controlled environments. Agile is often useful when needs are evolving and stakeholders can provide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tool supports visibility but does not replace communication. A board is only valuable when the team keeps it current and discusses blockers openly. Scrum events create regular opportunities to inspect and adapt.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Conclude that Scrum was the better fit for this learning project, while recognizing that a real project decision should consider requirements stability, regulation, risk, stakeholder access, and team experience.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assignment requires at least four academic or professional sources published within the last five years. Verify publication/update dates for undated web pages before submitting and replace any source that does not meet the recency requirement. Format slide citations and references according to APA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043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3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746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06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85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8838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728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1178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315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22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0629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22064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4542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690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72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0904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109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1548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7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7.xml"/><Relationship Id="rId5" Type="http://schemas.openxmlformats.org/officeDocument/2006/relationships/diagramLayout" Target="../diagrams/layout7.xml"/><Relationship Id="rId4" Type="http://schemas.openxmlformats.org/officeDocument/2006/relationships/diagramData" Target="../diagrams/data7.xml"/></Relationships>
</file>

<file path=ppt/slides/_rels/slide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8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4" Type="http://schemas.openxmlformats.org/officeDocument/2006/relationships/diagramData" Target="../diagrams/data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D62164E-4528-40DB-BC26-D6DDE216A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solidFill>
            <a:srgbClr val="363D46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F30007FA-C6A2-43A0-8045-7016AEF81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5322895"/>
          </a:xfrm>
          <a:custGeom>
            <a:avLst/>
            <a:gdLst>
              <a:gd name="connsiteX0" fmla="*/ 0 w 12192000"/>
              <a:gd name="connsiteY0" fmla="*/ 0 h 5322895"/>
              <a:gd name="connsiteX1" fmla="*/ 12192000 w 12192000"/>
              <a:gd name="connsiteY1" fmla="*/ 0 h 5322895"/>
              <a:gd name="connsiteX2" fmla="*/ 12192000 w 12192000"/>
              <a:gd name="connsiteY2" fmla="*/ 213719 h 5322895"/>
              <a:gd name="connsiteX3" fmla="*/ 12192000 w 12192000"/>
              <a:gd name="connsiteY3" fmla="*/ 471948 h 5322895"/>
              <a:gd name="connsiteX4" fmla="*/ 12192000 w 12192000"/>
              <a:gd name="connsiteY4" fmla="*/ 3571886 h 5322895"/>
              <a:gd name="connsiteX5" fmla="*/ 12192000 w 12192000"/>
              <a:gd name="connsiteY5" fmla="*/ 3753332 h 5322895"/>
              <a:gd name="connsiteX6" fmla="*/ 12192000 w 12192000"/>
              <a:gd name="connsiteY6" fmla="*/ 4806077 h 5322895"/>
              <a:gd name="connsiteX7" fmla="*/ 11957522 w 12192000"/>
              <a:gd name="connsiteY7" fmla="*/ 4849979 h 5322895"/>
              <a:gd name="connsiteX8" fmla="*/ 11679973 w 12192000"/>
              <a:gd name="connsiteY8" fmla="*/ 4899723 h 5322895"/>
              <a:gd name="connsiteX9" fmla="*/ 11401197 w 12192000"/>
              <a:gd name="connsiteY9" fmla="*/ 4948416 h 5322895"/>
              <a:gd name="connsiteX10" fmla="*/ 11121192 w 12192000"/>
              <a:gd name="connsiteY10" fmla="*/ 4990102 h 5322895"/>
              <a:gd name="connsiteX11" fmla="*/ 10842416 w 12192000"/>
              <a:gd name="connsiteY11" fmla="*/ 5032139 h 5322895"/>
              <a:gd name="connsiteX12" fmla="*/ 10562411 w 12192000"/>
              <a:gd name="connsiteY12" fmla="*/ 5071374 h 5322895"/>
              <a:gd name="connsiteX13" fmla="*/ 10286091 w 12192000"/>
              <a:gd name="connsiteY13" fmla="*/ 5105003 h 5322895"/>
              <a:gd name="connsiteX14" fmla="*/ 10006086 w 12192000"/>
              <a:gd name="connsiteY14" fmla="*/ 5136881 h 5322895"/>
              <a:gd name="connsiteX15" fmla="*/ 9727310 w 12192000"/>
              <a:gd name="connsiteY15" fmla="*/ 5165957 h 5322895"/>
              <a:gd name="connsiteX16" fmla="*/ 9453445 w 12192000"/>
              <a:gd name="connsiteY16" fmla="*/ 5191179 h 5322895"/>
              <a:gd name="connsiteX17" fmla="*/ 9175897 w 12192000"/>
              <a:gd name="connsiteY17" fmla="*/ 5216401 h 5322895"/>
              <a:gd name="connsiteX18" fmla="*/ 8902033 w 12192000"/>
              <a:gd name="connsiteY18" fmla="*/ 5237420 h 5322895"/>
              <a:gd name="connsiteX19" fmla="*/ 8628169 w 12192000"/>
              <a:gd name="connsiteY19" fmla="*/ 5253884 h 5322895"/>
              <a:gd name="connsiteX20" fmla="*/ 8355533 w 12192000"/>
              <a:gd name="connsiteY20" fmla="*/ 5271050 h 5322895"/>
              <a:gd name="connsiteX21" fmla="*/ 8085353 w 12192000"/>
              <a:gd name="connsiteY21" fmla="*/ 5285412 h 5322895"/>
              <a:gd name="connsiteX22" fmla="*/ 7817629 w 12192000"/>
              <a:gd name="connsiteY22" fmla="*/ 5295571 h 5322895"/>
              <a:gd name="connsiteX23" fmla="*/ 7549905 w 12192000"/>
              <a:gd name="connsiteY23" fmla="*/ 5304329 h 5322895"/>
              <a:gd name="connsiteX24" fmla="*/ 7284638 w 12192000"/>
              <a:gd name="connsiteY24" fmla="*/ 5312736 h 5322895"/>
              <a:gd name="connsiteX25" fmla="*/ 7023055 w 12192000"/>
              <a:gd name="connsiteY25" fmla="*/ 5316590 h 5322895"/>
              <a:gd name="connsiteX26" fmla="*/ 6761472 w 12192000"/>
              <a:gd name="connsiteY26" fmla="*/ 5320793 h 5322895"/>
              <a:gd name="connsiteX27" fmla="*/ 6503573 w 12192000"/>
              <a:gd name="connsiteY27" fmla="*/ 5322895 h 5322895"/>
              <a:gd name="connsiteX28" fmla="*/ 6248130 w 12192000"/>
              <a:gd name="connsiteY28" fmla="*/ 5320793 h 5322895"/>
              <a:gd name="connsiteX29" fmla="*/ 5995144 w 12192000"/>
              <a:gd name="connsiteY29" fmla="*/ 5320793 h 5322895"/>
              <a:gd name="connsiteX30" fmla="*/ 5744613 w 12192000"/>
              <a:gd name="connsiteY30" fmla="*/ 5316590 h 5322895"/>
              <a:gd name="connsiteX31" fmla="*/ 5498995 w 12192000"/>
              <a:gd name="connsiteY31" fmla="*/ 5310284 h 5322895"/>
              <a:gd name="connsiteX32" fmla="*/ 5255834 w 12192000"/>
              <a:gd name="connsiteY32" fmla="*/ 5304329 h 5322895"/>
              <a:gd name="connsiteX33" fmla="*/ 5017584 w 12192000"/>
              <a:gd name="connsiteY33" fmla="*/ 5297673 h 5322895"/>
              <a:gd name="connsiteX34" fmla="*/ 4780562 w 12192000"/>
              <a:gd name="connsiteY34" fmla="*/ 5287514 h 5322895"/>
              <a:gd name="connsiteX35" fmla="*/ 4547227 w 12192000"/>
              <a:gd name="connsiteY35" fmla="*/ 5276654 h 5322895"/>
              <a:gd name="connsiteX36" fmla="*/ 4318800 w 12192000"/>
              <a:gd name="connsiteY36" fmla="*/ 5266846 h 5322895"/>
              <a:gd name="connsiteX37" fmla="*/ 3873004 w 12192000"/>
              <a:gd name="connsiteY37" fmla="*/ 5239171 h 5322895"/>
              <a:gd name="connsiteX38" fmla="*/ 3445628 w 12192000"/>
              <a:gd name="connsiteY38" fmla="*/ 5209746 h 5322895"/>
              <a:gd name="connsiteX39" fmla="*/ 3035446 w 12192000"/>
              <a:gd name="connsiteY39" fmla="*/ 5178918 h 5322895"/>
              <a:gd name="connsiteX40" fmla="*/ 2647370 w 12192000"/>
              <a:gd name="connsiteY40" fmla="*/ 5144939 h 5322895"/>
              <a:gd name="connsiteX41" fmla="*/ 2276487 w 12192000"/>
              <a:gd name="connsiteY41" fmla="*/ 5109557 h 5322895"/>
              <a:gd name="connsiteX42" fmla="*/ 1932621 w 12192000"/>
              <a:gd name="connsiteY42" fmla="*/ 5071374 h 5322895"/>
              <a:gd name="connsiteX43" fmla="*/ 1609634 w 12192000"/>
              <a:gd name="connsiteY43" fmla="*/ 5033891 h 5322895"/>
              <a:gd name="connsiteX44" fmla="*/ 1312435 w 12192000"/>
              <a:gd name="connsiteY44" fmla="*/ 4996408 h 5322895"/>
              <a:gd name="connsiteX45" fmla="*/ 1039799 w 12192000"/>
              <a:gd name="connsiteY45" fmla="*/ 4961027 h 5322895"/>
              <a:gd name="connsiteX46" fmla="*/ 797865 w 12192000"/>
              <a:gd name="connsiteY46" fmla="*/ 4927397 h 5322895"/>
              <a:gd name="connsiteX47" fmla="*/ 579265 w 12192000"/>
              <a:gd name="connsiteY47" fmla="*/ 4895519 h 5322895"/>
              <a:gd name="connsiteX48" fmla="*/ 395052 w 12192000"/>
              <a:gd name="connsiteY48" fmla="*/ 4868896 h 5322895"/>
              <a:gd name="connsiteX49" fmla="*/ 240312 w 12192000"/>
              <a:gd name="connsiteY49" fmla="*/ 4843673 h 5322895"/>
              <a:gd name="connsiteX50" fmla="*/ 27853 w 12192000"/>
              <a:gd name="connsiteY50" fmla="*/ 4807592 h 5322895"/>
              <a:gd name="connsiteX51" fmla="*/ 0 w 12192000"/>
              <a:gd name="connsiteY51" fmla="*/ 4802879 h 5322895"/>
              <a:gd name="connsiteX52" fmla="*/ 0 w 12192000"/>
              <a:gd name="connsiteY52" fmla="*/ 3753332 h 5322895"/>
              <a:gd name="connsiteX53" fmla="*/ 0 w 12192000"/>
              <a:gd name="connsiteY53" fmla="*/ 3571886 h 5322895"/>
              <a:gd name="connsiteX54" fmla="*/ 0 w 12192000"/>
              <a:gd name="connsiteY54" fmla="*/ 471948 h 5322895"/>
              <a:gd name="connsiteX55" fmla="*/ 0 w 12192000"/>
              <a:gd name="connsiteY55" fmla="*/ 213719 h 53228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000" h="5322895">
                <a:moveTo>
                  <a:pt x="0" y="0"/>
                </a:moveTo>
                <a:lnTo>
                  <a:pt x="12192000" y="0"/>
                </a:lnTo>
                <a:lnTo>
                  <a:pt x="12192000" y="213719"/>
                </a:lnTo>
                <a:lnTo>
                  <a:pt x="12192000" y="471948"/>
                </a:lnTo>
                <a:lnTo>
                  <a:pt x="12192000" y="3571886"/>
                </a:lnTo>
                <a:lnTo>
                  <a:pt x="12192000" y="3753332"/>
                </a:lnTo>
                <a:lnTo>
                  <a:pt x="12192000" y="4806077"/>
                </a:lnTo>
                <a:lnTo>
                  <a:pt x="11957522" y="4849979"/>
                </a:lnTo>
                <a:lnTo>
                  <a:pt x="11679973" y="4899723"/>
                </a:lnTo>
                <a:lnTo>
                  <a:pt x="11401197" y="4948416"/>
                </a:lnTo>
                <a:lnTo>
                  <a:pt x="11121192" y="4990102"/>
                </a:lnTo>
                <a:lnTo>
                  <a:pt x="10842416" y="5032139"/>
                </a:lnTo>
                <a:lnTo>
                  <a:pt x="10562411" y="5071374"/>
                </a:lnTo>
                <a:lnTo>
                  <a:pt x="10286091" y="5105003"/>
                </a:lnTo>
                <a:lnTo>
                  <a:pt x="10006086" y="5136881"/>
                </a:lnTo>
                <a:lnTo>
                  <a:pt x="9727310" y="5165957"/>
                </a:lnTo>
                <a:lnTo>
                  <a:pt x="9453445" y="5191179"/>
                </a:lnTo>
                <a:lnTo>
                  <a:pt x="9175897" y="5216401"/>
                </a:lnTo>
                <a:lnTo>
                  <a:pt x="8902033" y="5237420"/>
                </a:lnTo>
                <a:lnTo>
                  <a:pt x="8628169" y="5253884"/>
                </a:lnTo>
                <a:lnTo>
                  <a:pt x="8355533" y="5271050"/>
                </a:lnTo>
                <a:lnTo>
                  <a:pt x="8085353" y="5285412"/>
                </a:lnTo>
                <a:lnTo>
                  <a:pt x="7817629" y="5295571"/>
                </a:lnTo>
                <a:lnTo>
                  <a:pt x="7549905" y="5304329"/>
                </a:lnTo>
                <a:lnTo>
                  <a:pt x="7284638" y="5312736"/>
                </a:lnTo>
                <a:lnTo>
                  <a:pt x="7023055" y="5316590"/>
                </a:lnTo>
                <a:lnTo>
                  <a:pt x="6761472" y="5320793"/>
                </a:lnTo>
                <a:lnTo>
                  <a:pt x="6503573" y="5322895"/>
                </a:lnTo>
                <a:lnTo>
                  <a:pt x="6248130" y="5320793"/>
                </a:lnTo>
                <a:lnTo>
                  <a:pt x="5995144" y="5320793"/>
                </a:lnTo>
                <a:lnTo>
                  <a:pt x="5744613" y="5316590"/>
                </a:lnTo>
                <a:lnTo>
                  <a:pt x="5498995" y="5310284"/>
                </a:lnTo>
                <a:lnTo>
                  <a:pt x="5255834" y="5304329"/>
                </a:lnTo>
                <a:lnTo>
                  <a:pt x="5017584" y="5297673"/>
                </a:lnTo>
                <a:lnTo>
                  <a:pt x="4780562" y="5287514"/>
                </a:lnTo>
                <a:lnTo>
                  <a:pt x="4547227" y="5276654"/>
                </a:lnTo>
                <a:lnTo>
                  <a:pt x="4318800" y="5266846"/>
                </a:lnTo>
                <a:lnTo>
                  <a:pt x="3873004" y="5239171"/>
                </a:lnTo>
                <a:lnTo>
                  <a:pt x="3445628" y="5209746"/>
                </a:lnTo>
                <a:lnTo>
                  <a:pt x="3035446" y="5178918"/>
                </a:lnTo>
                <a:lnTo>
                  <a:pt x="2647370" y="5144939"/>
                </a:lnTo>
                <a:lnTo>
                  <a:pt x="2276487" y="5109557"/>
                </a:lnTo>
                <a:lnTo>
                  <a:pt x="1932621" y="5071374"/>
                </a:lnTo>
                <a:lnTo>
                  <a:pt x="1609634" y="5033891"/>
                </a:lnTo>
                <a:lnTo>
                  <a:pt x="1312435" y="4996408"/>
                </a:lnTo>
                <a:lnTo>
                  <a:pt x="1039799" y="4961027"/>
                </a:lnTo>
                <a:lnTo>
                  <a:pt x="797865" y="4927397"/>
                </a:lnTo>
                <a:lnTo>
                  <a:pt x="579265" y="4895519"/>
                </a:lnTo>
                <a:lnTo>
                  <a:pt x="395052" y="4868896"/>
                </a:lnTo>
                <a:lnTo>
                  <a:pt x="240312" y="4843673"/>
                </a:lnTo>
                <a:lnTo>
                  <a:pt x="27853" y="4807592"/>
                </a:lnTo>
                <a:lnTo>
                  <a:pt x="0" y="4802879"/>
                </a:lnTo>
                <a:lnTo>
                  <a:pt x="0" y="3753332"/>
                </a:lnTo>
                <a:lnTo>
                  <a:pt x="0" y="3571886"/>
                </a:lnTo>
                <a:lnTo>
                  <a:pt x="0" y="471948"/>
                </a:lnTo>
                <a:lnTo>
                  <a:pt x="0" y="213719"/>
                </a:lnTo>
                <a:close/>
              </a:path>
            </a:pathLst>
          </a:custGeom>
          <a:ln w="44450">
            <a:gradFill>
              <a:gsLst>
                <a:gs pos="0">
                  <a:schemeClr val="bg2">
                    <a:alpha val="65000"/>
                  </a:schemeClr>
                </a:gs>
                <a:gs pos="98000">
                  <a:schemeClr val="bg2">
                    <a:lumMod val="75000"/>
                    <a:alpha val="55000"/>
                  </a:schemeClr>
                </a:gs>
              </a:gsLst>
              <a:lin ang="5400000" scaled="1"/>
            </a:gradFill>
          </a:ln>
          <a:effectLst>
            <a:outerShdw blurRad="50800" dist="38100" dir="5400000" algn="t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A0E26F-BDAB-C1C3-200C-BB7E92C1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1012" y="865974"/>
            <a:ext cx="8676222" cy="364382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dirty="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65000"/>
                      </a:schemeClr>
                    </a:gs>
                  </a:gsLst>
                  <a:lin ang="558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rPr>
              <a:t>Agile Presentation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22C0F-BDD0-F2CF-9A5C-4522A9620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1012" y="5542384"/>
            <a:ext cx="8676222" cy="62826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Clr>
                <a:schemeClr val="tx1"/>
              </a:buClr>
              <a:buNone/>
            </a:pPr>
            <a:r>
              <a:rPr lang="en-US" sz="2800">
                <a:solidFill>
                  <a:srgbClr val="E6E6E6"/>
                </a:solidFill>
              </a:rPr>
              <a:t>By Angel Rivera</a:t>
            </a:r>
          </a:p>
        </p:txBody>
      </p:sp>
    </p:spTree>
    <p:extLst>
      <p:ext uri="{BB962C8B-B14F-4D97-AF65-F5344CB8AC3E}">
        <p14:creationId xmlns:p14="http://schemas.microsoft.com/office/powerpoint/2010/main" val="3841858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468582"/>
          </a:xfrm>
        </p:spPr>
        <p:txBody>
          <a:bodyPr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3000"/>
              <a:t>Scrum-Agile for SNHU Travel</a:t>
            </a:r>
          </a:p>
        </p:txBody>
      </p:sp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5AEE621-9B97-9634-F24D-B4EDEA00C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8379316"/>
              </p:ext>
            </p:extLst>
          </p:nvPr>
        </p:nvGraphicFramePr>
        <p:xfrm>
          <a:off x="1141413" y="2286000"/>
          <a:ext cx="9906000" cy="33874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4000"/>
              <a:t>Why Agile and Scrum?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3377315-CB9C-61AA-6CC7-E397197F5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0125596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4000"/>
              <a:t>Scrum Roles and Their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BB7025A8-205B-C119-46C6-50DE091BDA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2548552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4000"/>
              <a:t>Agile SDLC: Repeat, Learn, Improve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4A5CB60-60C2-F9FD-5034-74F1B11908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2381652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4000"/>
              <a:t>Waterfall Compared with Agile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8B1378A-06F0-4289-247D-1F71A2F16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5696025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4000"/>
              <a:t>Tools and Scrum Events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F64F08-54EE-92C6-EB75-86AF4767F8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3566611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2500"/>
              <a:t>Benefits, Risks, and Recommendation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35F1FF2-8BF5-CA17-C29A-0EE9DE91A0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9224545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28000"/>
                <a:satMod val="94000"/>
                <a:lumMod val="20000"/>
              </a:schemeClr>
              <a:schemeClr val="bg2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851" y="1430179"/>
            <a:ext cx="3029313" cy="3675908"/>
          </a:xfrm>
        </p:spPr>
        <p:txBody>
          <a:bodyPr anchor="ctr">
            <a:normAutofit/>
          </a:bodyPr>
          <a:lstStyle/>
          <a:p>
            <a:pPr>
              <a:defRPr sz="3000">
                <a:latin typeface="Aptos Display"/>
              </a:defRPr>
            </a:pPr>
            <a:r>
              <a:rPr lang="en-US" sz="3700"/>
              <a:t>References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89DED-64B2-4427-BD4F-A7B6B283A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4" y="0"/>
            <a:ext cx="8132066" cy="6858000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innerShdw blurRad="63500" dist="50800" dir="108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FF3252C-02E7-4CC4-BF1D-2EF2A78764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69971" y="0"/>
            <a:ext cx="0" cy="6858000"/>
          </a:xfrm>
          <a:prstGeom prst="line">
            <a:avLst/>
          </a:prstGeom>
          <a:solidFill>
            <a:srgbClr val="FFFFFF"/>
          </a:solidFill>
          <a:ln w="38100" cap="flat">
            <a:gradFill flip="none" rotWithShape="1">
              <a:gsLst>
                <a:gs pos="0">
                  <a:srgbClr val="363D46"/>
                </a:gs>
                <a:gs pos="100000">
                  <a:srgbClr val="363D46">
                    <a:lumMod val="75000"/>
                  </a:srgbClr>
                </a:gs>
              </a:gsLst>
              <a:lin ang="5400000" scaled="0"/>
              <a:tileRect/>
            </a:gra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55C98C-11B6-4AF3-A4C8-1AF58E3F95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94952" y="3195797"/>
            <a:ext cx="6858000" cy="466406"/>
          </a:xfrm>
          <a:prstGeom prst="rect">
            <a:avLst/>
          </a:prstGeom>
          <a:gradFill>
            <a:gsLst>
              <a:gs pos="0">
                <a:srgbClr val="363D46">
                  <a:alpha val="0"/>
                </a:srgbClr>
              </a:gs>
              <a:gs pos="100000">
                <a:srgbClr val="363D46">
                  <a:lumMod val="7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1065567-1A3D-63C0-7D95-D45A787008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2445444"/>
              </p:ext>
            </p:extLst>
          </p:nvPr>
        </p:nvGraphicFramePr>
        <p:xfrm>
          <a:off x="5054375" y="965200"/>
          <a:ext cx="6046133" cy="46058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A9E023"/>
      </a:accent1>
      <a:accent2>
        <a:srgbClr val="1FCDB6"/>
      </a:accent2>
      <a:accent3>
        <a:srgbClr val="5F99C9"/>
      </a:accent3>
      <a:accent4>
        <a:srgbClr val="AE65D1"/>
      </a:accent4>
      <a:accent5>
        <a:srgbClr val="D06423"/>
      </a:accent5>
      <a:accent6>
        <a:srgbClr val="DCAB11"/>
      </a:accent6>
      <a:hlink>
        <a:srgbClr val="ADE133"/>
      </a:hlink>
      <a:folHlink>
        <a:srgbClr val="C2EA66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1FEE2289-88FB-467C-9C9A-54F3C85768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4</TotalTime>
  <Words>878</Words>
  <Application>Microsoft Office PowerPoint</Application>
  <PresentationFormat>Widescreen</PresentationFormat>
  <Paragraphs>52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Century Gothic</vt:lpstr>
      <vt:lpstr>Mesh</vt:lpstr>
      <vt:lpstr>Agile Presentation</vt:lpstr>
      <vt:lpstr>Scrum-Agile for SNHU Travel</vt:lpstr>
      <vt:lpstr>Why Agile and Scrum?</vt:lpstr>
      <vt:lpstr>Scrum Roles and Their Value</vt:lpstr>
      <vt:lpstr>Agile SDLC: Repeat, Learn, Improve</vt:lpstr>
      <vt:lpstr>Waterfall Compared with Agile</vt:lpstr>
      <vt:lpstr>Tools and Scrum Events</vt:lpstr>
      <vt:lpstr>Benefits, Risks, and Recommendation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awais ali</cp:lastModifiedBy>
  <cp:revision>6</cp:revision>
  <dcterms:created xsi:type="dcterms:W3CDTF">2013-01-27T09:14:16Z</dcterms:created>
  <dcterms:modified xsi:type="dcterms:W3CDTF">2026-10-18T17:35:23Z</dcterms:modified>
  <cp:category/>
</cp:coreProperties>
</file>